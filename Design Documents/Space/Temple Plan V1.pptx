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8" r:id="rId3"/>
    <p:sldId id="259" r:id="rId4"/>
    <p:sldId id="257" r:id="rId5"/>
    <p:sldId id="261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8FDC"/>
    <a:srgbClr val="DC8F90"/>
    <a:srgbClr val="6685BF"/>
    <a:srgbClr val="47659E"/>
    <a:srgbClr val="213251"/>
    <a:srgbClr val="BEBAAB"/>
    <a:srgbClr val="BEB79B"/>
    <a:srgbClr val="8E17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843"/>
    <p:restoredTop sz="96327"/>
  </p:normalViewPr>
  <p:slideViewPr>
    <p:cSldViewPr snapToGrid="0">
      <p:cViewPr varScale="1">
        <p:scale>
          <a:sx n="108" d="100"/>
          <a:sy n="108" d="100"/>
        </p:scale>
        <p:origin x="21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376AD-6671-EDD9-69AF-D5FF3307CA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3A3A96-7B77-8F86-AD84-D75EF3B2AB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8ED66-8A4E-2AD4-C031-91484937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DEC39-7AD7-62AD-69DA-53E91903F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58E5C7-A928-39C6-5EF0-24D70124C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508353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4B35E-F13F-993F-A179-B2328C6B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98D13-2CDC-42CD-EECC-E2E47F43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1DD2D2-1D32-288F-8A41-1DE013392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8C210-6D5E-1E54-9A36-B5D44638B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467C-B99C-86C4-E67B-53C3C0816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29883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4167A-07F0-9FF2-93A5-556AA0320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513C1-BD62-F254-86CC-1D9E5A27C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7F013-B58D-50E1-B965-B6D71D33B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3CAF9-6B95-758C-B1CC-FCC651BB6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3F868-7A0E-B727-8236-D4E5425DC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44569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ACC6E-961C-5AC8-C20E-4AC902C08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11B19-AF4F-16AA-83E6-3D9295C77D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64F2F0-1426-7365-DD33-A45D75A12B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3D2CA8-C7C2-A7E8-B397-C99B63E1A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1729D-61D5-735B-148D-FEDF156EF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89F695-3B33-DD30-A8A8-74C8149B4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23011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BD7F0-A487-B98D-8004-A38B03E5E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CB0998-C8FE-9277-73BB-A3AC28BC48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700D6-A6BF-B8DD-D8C6-C8C9117D2C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E4B433-A33A-DAC0-3706-AF5FC0E43A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67F10C-3CC3-1139-B3AF-D03A469AD2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EEB7B4-3FAD-D58F-FFDB-DBE5854F4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9B58D0-BC57-FFA6-FDD4-94E994FF9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6890A0-5ABC-D0E3-339C-6F811F8AB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4427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CE8C5-73BE-1221-0AFC-AAD539F73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087C8C-D0C4-6429-5B44-C17403F0F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A47F3F-C675-DB38-B69D-781481DCB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D73D15-35A1-1D6D-69BD-5633CEC8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5776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5E1F97-BCD0-3B03-573F-F1723C983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ABEEDA-9D5D-5AD3-BF67-174A741DB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F53ADA-B6FD-0D7A-43FA-5A98F27F7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2646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96BCE-83DA-E111-1331-ED6A1908B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12CE-417C-595E-EEE9-8E0C76AB3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AA0617-EAD3-724D-4424-CE524719E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25746-712F-1745-264D-85BD16B5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EE580B-C92C-007A-BFEF-E40FA0EC7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2157B7-806B-A664-FB50-52EB50E1F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922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02E4A-FE3A-5B49-2EC7-7C2F58511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F5A47D-B3C6-9952-5BDD-4868B08359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6DEB97-DD1C-639C-A3DA-EC9C83D24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8EDAA-70D8-7141-663F-9AF89F9CD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0A51D-BD75-FF6C-7DCA-93B9DD355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1FCB5D-F8FC-3788-7787-7D0EA0745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147097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F1D98-D4D4-FB57-533B-A57E361E3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A4117A-A06B-BAC1-F756-5FFD9C74D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ABB2D-3FA2-C704-7764-79867B141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DCCA2-8493-9E07-1684-9AC343D81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C7DE8-63D5-A3CF-7D0D-881034B41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69617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F90922-3313-BD71-7F5C-39009A5F6D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98D346-0D10-6FA6-8BFF-62B53138A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A2F77-D1ED-328E-7D7E-660939220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CCB9B-F176-BDBF-A392-2646DF50E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3D519-3AAC-9F05-EC04-C380F6B7B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79584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AFA81C-3B78-0A64-C946-A19032505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7DF65-1F9A-C901-8109-C408E2F74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F6F2E8-E576-EDA7-2727-351A41113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56244-6E85-8E49-A387-627D86596223}" type="datetimeFigureOut">
              <a:rPr lang="en-CH" smtClean="0"/>
              <a:t>16.12.2025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84C50-EC7A-5DD3-5EFB-740CA4229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6F6045-2123-6369-A1C2-424F4852CD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2F5E09-5FEC-9840-9623-56A672959D2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21353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94864DE-9C7B-8809-63ED-2309E0C2D82E}"/>
              </a:ext>
            </a:extLst>
          </p:cNvPr>
          <p:cNvSpPr txBox="1"/>
          <p:nvPr/>
        </p:nvSpPr>
        <p:spPr>
          <a:xfrm>
            <a:off x="44974" y="29981"/>
            <a:ext cx="97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Légende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9A3892-EBEA-7B3C-161C-9B02F5E9D07D}"/>
              </a:ext>
            </a:extLst>
          </p:cNvPr>
          <p:cNvSpPr txBox="1"/>
          <p:nvPr/>
        </p:nvSpPr>
        <p:spPr>
          <a:xfrm>
            <a:off x="4220487" y="2515609"/>
            <a:ext cx="326499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Green = passage</a:t>
            </a:r>
          </a:p>
          <a:p>
            <a:r>
              <a:rPr lang="en-CH" dirty="0"/>
              <a:t>Blue = able to see</a:t>
            </a:r>
          </a:p>
          <a:p>
            <a:r>
              <a:rPr lang="en-CH" dirty="0"/>
              <a:t>Orange = “locked”</a:t>
            </a:r>
          </a:p>
          <a:p>
            <a:r>
              <a:rPr lang="en-CH" dirty="0"/>
              <a:t>Yellow = one way</a:t>
            </a:r>
          </a:p>
          <a:p>
            <a:r>
              <a:rPr lang="en-CH" dirty="0"/>
              <a:t>Dotted = passage due to damage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F90F3D-2BA9-17E9-024D-17BD461B7D61}"/>
              </a:ext>
            </a:extLst>
          </p:cNvPr>
          <p:cNvSpPr txBox="1"/>
          <p:nvPr/>
        </p:nvSpPr>
        <p:spPr>
          <a:xfrm>
            <a:off x="1040130" y="1417320"/>
            <a:ext cx="10310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The connections between the rooms are not yet finalized. They will change based on the scenes progression.</a:t>
            </a:r>
          </a:p>
        </p:txBody>
      </p:sp>
    </p:spTree>
    <p:extLst>
      <p:ext uri="{BB962C8B-B14F-4D97-AF65-F5344CB8AC3E}">
        <p14:creationId xmlns:p14="http://schemas.microsoft.com/office/powerpoint/2010/main" val="2730895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4A5F9B-9179-9D20-5939-F794AB82689D}"/>
              </a:ext>
            </a:extLst>
          </p:cNvPr>
          <p:cNvSpPr/>
          <p:nvPr/>
        </p:nvSpPr>
        <p:spPr>
          <a:xfrm>
            <a:off x="2433403" y="2307446"/>
            <a:ext cx="2218544" cy="1900004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Waterfall</a:t>
            </a:r>
          </a:p>
          <a:p>
            <a:pPr algn="ctr"/>
            <a:r>
              <a:rPr lang="en-CH" dirty="0">
                <a:solidFill>
                  <a:schemeClr val="tx1"/>
                </a:solidFill>
              </a:rPr>
              <a:t>(ceiling)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A5E8160-3306-E0FB-9048-30EAFB2F96D3}"/>
              </a:ext>
            </a:extLst>
          </p:cNvPr>
          <p:cNvSpPr/>
          <p:nvPr/>
        </p:nvSpPr>
        <p:spPr>
          <a:xfrm>
            <a:off x="7449079" y="2294745"/>
            <a:ext cx="2218544" cy="190000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Crops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70CF9-DC20-36F1-1813-6F7B37167BCE}"/>
              </a:ext>
            </a:extLst>
          </p:cNvPr>
          <p:cNvSpPr txBox="1"/>
          <p:nvPr/>
        </p:nvSpPr>
        <p:spPr>
          <a:xfrm>
            <a:off x="44974" y="29981"/>
            <a:ext cx="9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LEVEL 1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2175B0D-788C-AE50-D324-CDFE2CE4CE93}"/>
              </a:ext>
            </a:extLst>
          </p:cNvPr>
          <p:cNvSpPr/>
          <p:nvPr/>
        </p:nvSpPr>
        <p:spPr>
          <a:xfrm>
            <a:off x="7556063" y="866307"/>
            <a:ext cx="2004577" cy="880673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Staircase </a:t>
            </a:r>
            <a:br>
              <a:rPr lang="en-CH" dirty="0">
                <a:solidFill>
                  <a:schemeClr val="tx1"/>
                </a:solidFill>
              </a:rPr>
            </a:br>
            <a:r>
              <a:rPr lang="en-CH" dirty="0">
                <a:solidFill>
                  <a:schemeClr val="tx1"/>
                </a:solidFill>
              </a:rPr>
              <a:t>(down)</a:t>
            </a:r>
          </a:p>
        </p:txBody>
      </p: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CB26313E-2209-07C6-69E8-F7581D443BC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rot="5400000">
            <a:off x="8284470" y="2020862"/>
            <a:ext cx="547765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7C19962F-3F65-DC76-0EC0-25D57720FC63}"/>
              </a:ext>
            </a:extLst>
          </p:cNvPr>
          <p:cNvCxnSpPr>
            <a:cxnSpLocks/>
            <a:stCxn id="2" idx="1"/>
            <a:endCxn id="7" idx="3"/>
          </p:cNvCxnSpPr>
          <p:nvPr/>
        </p:nvCxnSpPr>
        <p:spPr>
          <a:xfrm rot="10800000" flipV="1">
            <a:off x="4651947" y="3244746"/>
            <a:ext cx="2797132" cy="1270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0834C4E-BB78-8FCA-8004-974B68F55D82}"/>
              </a:ext>
            </a:extLst>
          </p:cNvPr>
          <p:cNvSpPr/>
          <p:nvPr/>
        </p:nvSpPr>
        <p:spPr>
          <a:xfrm>
            <a:off x="5185564" y="1630663"/>
            <a:ext cx="1878768" cy="76574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Washing Station and Drying Racks</a:t>
            </a:r>
          </a:p>
        </p:txBody>
      </p: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BE851ABE-4571-46DC-887A-F6EE960367B3}"/>
              </a:ext>
            </a:extLst>
          </p:cNvPr>
          <p:cNvCxnSpPr>
            <a:cxnSpLocks/>
            <a:stCxn id="19" idx="1"/>
            <a:endCxn id="7" idx="0"/>
          </p:cNvCxnSpPr>
          <p:nvPr/>
        </p:nvCxnSpPr>
        <p:spPr>
          <a:xfrm rot="10800000" flipV="1">
            <a:off x="3542676" y="2013538"/>
            <a:ext cx="1642889" cy="293908"/>
          </a:xfrm>
          <a:prstGeom prst="curvedConnector2">
            <a:avLst/>
          </a:prstGeom>
          <a:ln w="12700"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B2083666-614C-D16F-1F6C-3BA760D052DD}"/>
              </a:ext>
            </a:extLst>
          </p:cNvPr>
          <p:cNvCxnSpPr>
            <a:cxnSpLocks/>
            <a:stCxn id="19" idx="0"/>
            <a:endCxn id="4" idx="1"/>
          </p:cNvCxnSpPr>
          <p:nvPr/>
        </p:nvCxnSpPr>
        <p:spPr>
          <a:xfrm rot="5400000" flipH="1" flipV="1">
            <a:off x="6678496" y="753097"/>
            <a:ext cx="324019" cy="1431115"/>
          </a:xfrm>
          <a:prstGeom prst="curvedConnector2">
            <a:avLst/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B9360358-5AB7-83C1-152E-E471CF7055FB}"/>
              </a:ext>
            </a:extLst>
          </p:cNvPr>
          <p:cNvSpPr/>
          <p:nvPr/>
        </p:nvSpPr>
        <p:spPr>
          <a:xfrm>
            <a:off x="4364121" y="2756214"/>
            <a:ext cx="5634318" cy="2303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/>
              <a:t>STREAM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F9D75EA-BE85-6D5D-FA13-21B857BA23C2}"/>
              </a:ext>
            </a:extLst>
          </p:cNvPr>
          <p:cNvSpPr/>
          <p:nvPr/>
        </p:nvSpPr>
        <p:spPr>
          <a:xfrm rot="5400000">
            <a:off x="7550802" y="3368503"/>
            <a:ext cx="1072273" cy="3084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/>
              <a:t>Diverted</a:t>
            </a:r>
          </a:p>
        </p:txBody>
      </p:sp>
      <p:cxnSp>
        <p:nvCxnSpPr>
          <p:cNvPr id="54" name="Curved Connector 53">
            <a:extLst>
              <a:ext uri="{FF2B5EF4-FFF2-40B4-BE49-F238E27FC236}">
                <a16:creationId xmlns:a16="http://schemas.microsoft.com/office/drawing/2014/main" id="{C2C4B8E9-5D64-8E8A-20A3-9D1B977ED6FE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62846" y="2158513"/>
            <a:ext cx="848335" cy="1324131"/>
          </a:xfrm>
          <a:prstGeom prst="curvedConnector2">
            <a:avLst/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7636617-74F8-23DC-2F87-90D58D3C4A52}"/>
              </a:ext>
            </a:extLst>
          </p:cNvPr>
          <p:cNvSpPr txBox="1"/>
          <p:nvPr/>
        </p:nvSpPr>
        <p:spPr>
          <a:xfrm>
            <a:off x="0" y="277793"/>
            <a:ext cx="199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solidFill>
                  <a:srgbClr val="FF0000"/>
                </a:solidFill>
              </a:rPr>
              <a:t>NOT IN PROTOTYPE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3D1310-B838-CC08-8FEE-95AEDD58E72B}"/>
              </a:ext>
            </a:extLst>
          </p:cNvPr>
          <p:cNvSpPr txBox="1"/>
          <p:nvPr/>
        </p:nvSpPr>
        <p:spPr>
          <a:xfrm>
            <a:off x="0" y="545941"/>
            <a:ext cx="1538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solidFill>
                  <a:schemeClr val="accent6"/>
                </a:solidFill>
              </a:rPr>
              <a:t>IN PROTOTYPE</a:t>
            </a:r>
          </a:p>
        </p:txBody>
      </p:sp>
    </p:spTree>
    <p:extLst>
      <p:ext uri="{BB962C8B-B14F-4D97-AF65-F5344CB8AC3E}">
        <p14:creationId xmlns:p14="http://schemas.microsoft.com/office/powerpoint/2010/main" val="3725812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4668209-2F51-5A92-393F-6CBD0386B70F}"/>
              </a:ext>
            </a:extLst>
          </p:cNvPr>
          <p:cNvSpPr/>
          <p:nvPr/>
        </p:nvSpPr>
        <p:spPr>
          <a:xfrm>
            <a:off x="5720350" y="5734989"/>
            <a:ext cx="751293" cy="8806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Hall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4A5F9B-9179-9D20-5939-F794AB82689D}"/>
              </a:ext>
            </a:extLst>
          </p:cNvPr>
          <p:cNvSpPr/>
          <p:nvPr/>
        </p:nvSpPr>
        <p:spPr>
          <a:xfrm>
            <a:off x="4986727" y="1578963"/>
            <a:ext cx="2218544" cy="1900004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Waterfall</a:t>
            </a:r>
          </a:p>
          <a:p>
            <a:pPr algn="ctr"/>
            <a:r>
              <a:rPr lang="en-CH" dirty="0">
                <a:solidFill>
                  <a:schemeClr val="tx1"/>
                </a:solidFill>
              </a:rPr>
              <a:t>(Sacred Resting Place below)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4864DE-9C7B-8809-63ED-2309E0C2D82E}"/>
              </a:ext>
            </a:extLst>
          </p:cNvPr>
          <p:cNvSpPr txBox="1"/>
          <p:nvPr/>
        </p:nvSpPr>
        <p:spPr>
          <a:xfrm>
            <a:off x="44974" y="29981"/>
            <a:ext cx="9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LEVEL 0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98B86C6-5168-5ED4-CCC8-78023BB9B9B3}"/>
              </a:ext>
            </a:extLst>
          </p:cNvPr>
          <p:cNvSpPr/>
          <p:nvPr/>
        </p:nvSpPr>
        <p:spPr>
          <a:xfrm>
            <a:off x="7098286" y="5734989"/>
            <a:ext cx="2004577" cy="880673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Waiting Room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C7AA207-CE28-696D-44C8-7BF78AC90B01}"/>
              </a:ext>
            </a:extLst>
          </p:cNvPr>
          <p:cNvSpPr/>
          <p:nvPr/>
        </p:nvSpPr>
        <p:spPr>
          <a:xfrm>
            <a:off x="5093709" y="3823743"/>
            <a:ext cx="2004577" cy="880673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“Balcony”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4A0F30B-E410-B745-7B8C-DF99769C3F9F}"/>
              </a:ext>
            </a:extLst>
          </p:cNvPr>
          <p:cNvSpPr/>
          <p:nvPr/>
        </p:nvSpPr>
        <p:spPr>
          <a:xfrm>
            <a:off x="2591821" y="3824993"/>
            <a:ext cx="2004577" cy="8806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Burnt Library</a:t>
            </a:r>
          </a:p>
        </p:txBody>
      </p: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1D8A7887-96FE-9955-70A5-0B867B75A00A}"/>
              </a:ext>
            </a:extLst>
          </p:cNvPr>
          <p:cNvCxnSpPr>
            <a:cxnSpLocks/>
            <a:stCxn id="6" idx="3"/>
            <a:endCxn id="2" idx="1"/>
          </p:cNvCxnSpPr>
          <p:nvPr/>
        </p:nvCxnSpPr>
        <p:spPr>
          <a:xfrm>
            <a:off x="6471643" y="6175326"/>
            <a:ext cx="626643" cy="1270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DC9F33FE-9C41-7DBB-5CD6-DA37EF445875}"/>
              </a:ext>
            </a:extLst>
          </p:cNvPr>
          <p:cNvCxnSpPr>
            <a:cxnSpLocks/>
            <a:stCxn id="6" idx="0"/>
            <a:endCxn id="3" idx="2"/>
          </p:cNvCxnSpPr>
          <p:nvPr/>
        </p:nvCxnSpPr>
        <p:spPr>
          <a:xfrm rot="5400000" flipH="1" flipV="1">
            <a:off x="5580711" y="5219703"/>
            <a:ext cx="1030573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91064287-02F3-3BAC-C7BC-2B30DA4FB5E5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596399" y="4264080"/>
            <a:ext cx="497311" cy="125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9536A4B7-7D6F-5F4A-F19A-EF99B69D6448}"/>
              </a:ext>
            </a:extLst>
          </p:cNvPr>
          <p:cNvCxnSpPr>
            <a:cxnSpLocks/>
            <a:stCxn id="6" idx="1"/>
            <a:endCxn id="4" idx="2"/>
          </p:cNvCxnSpPr>
          <p:nvPr/>
        </p:nvCxnSpPr>
        <p:spPr>
          <a:xfrm rot="10800000">
            <a:off x="3594110" y="4705666"/>
            <a:ext cx="2126240" cy="1469660"/>
          </a:xfrm>
          <a:prstGeom prst="curvedConnector2">
            <a:avLst/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CED35AA6-7A9D-56A0-8EC4-9D4C485BB649}"/>
              </a:ext>
            </a:extLst>
          </p:cNvPr>
          <p:cNvCxnSpPr>
            <a:cxnSpLocks/>
            <a:stCxn id="43" idx="2"/>
            <a:endCxn id="3" idx="3"/>
          </p:cNvCxnSpPr>
          <p:nvPr/>
        </p:nvCxnSpPr>
        <p:spPr>
          <a:xfrm rot="5400000">
            <a:off x="7187569" y="2893297"/>
            <a:ext cx="1281500" cy="1460066"/>
          </a:xfrm>
          <a:prstGeom prst="curvedConnector2">
            <a:avLst/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438488FB-8F6D-1C28-92A1-38CBA1420A86}"/>
              </a:ext>
            </a:extLst>
          </p:cNvPr>
          <p:cNvSpPr/>
          <p:nvPr/>
        </p:nvSpPr>
        <p:spPr>
          <a:xfrm>
            <a:off x="7556063" y="2101907"/>
            <a:ext cx="2004577" cy="880673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Staircase </a:t>
            </a:r>
            <a:br>
              <a:rPr lang="en-CH" dirty="0">
                <a:solidFill>
                  <a:schemeClr val="tx1"/>
                </a:solidFill>
              </a:rPr>
            </a:br>
            <a:r>
              <a:rPr lang="en-CH" dirty="0">
                <a:solidFill>
                  <a:schemeClr val="tx1"/>
                </a:solidFill>
              </a:rPr>
              <a:t>(down + up)</a:t>
            </a:r>
          </a:p>
        </p:txBody>
      </p: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1A3BCEA1-3FFA-34D8-6546-258417E027F1}"/>
              </a:ext>
            </a:extLst>
          </p:cNvPr>
          <p:cNvCxnSpPr>
            <a:cxnSpLocks/>
            <a:stCxn id="43" idx="1"/>
            <a:endCxn id="63" idx="3"/>
          </p:cNvCxnSpPr>
          <p:nvPr/>
        </p:nvCxnSpPr>
        <p:spPr>
          <a:xfrm rot="10800000">
            <a:off x="7205271" y="2542244"/>
            <a:ext cx="350792" cy="1270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48019AC3-12D5-5783-F5DB-4B675C5C504E}"/>
              </a:ext>
            </a:extLst>
          </p:cNvPr>
          <p:cNvSpPr/>
          <p:nvPr/>
        </p:nvSpPr>
        <p:spPr>
          <a:xfrm>
            <a:off x="6920458" y="2388910"/>
            <a:ext cx="284813" cy="306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5A5AF4EF-0D54-5062-8A76-6B5918FFE3BE}"/>
              </a:ext>
            </a:extLst>
          </p:cNvPr>
          <p:cNvSpPr/>
          <p:nvPr/>
        </p:nvSpPr>
        <p:spPr>
          <a:xfrm>
            <a:off x="2591820" y="2355332"/>
            <a:ext cx="2004577" cy="880673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Staircase </a:t>
            </a:r>
            <a:br>
              <a:rPr lang="en-CH" dirty="0">
                <a:solidFill>
                  <a:schemeClr val="tx1"/>
                </a:solidFill>
              </a:rPr>
            </a:br>
            <a:r>
              <a:rPr lang="en-CH" dirty="0">
                <a:solidFill>
                  <a:schemeClr val="tx1"/>
                </a:solidFill>
              </a:rPr>
              <a:t>(down)</a:t>
            </a:r>
          </a:p>
        </p:txBody>
      </p:sp>
      <p:cxnSp>
        <p:nvCxnSpPr>
          <p:cNvPr id="65" name="Curved Connector 64">
            <a:extLst>
              <a:ext uri="{FF2B5EF4-FFF2-40B4-BE49-F238E27FC236}">
                <a16:creationId xmlns:a16="http://schemas.microsoft.com/office/drawing/2014/main" id="{4A1116C8-8DE0-DDD4-CB17-8BF1C992550B}"/>
              </a:ext>
            </a:extLst>
          </p:cNvPr>
          <p:cNvCxnSpPr>
            <a:cxnSpLocks/>
            <a:stCxn id="64" idx="2"/>
            <a:endCxn id="4" idx="0"/>
          </p:cNvCxnSpPr>
          <p:nvPr/>
        </p:nvCxnSpPr>
        <p:spPr>
          <a:xfrm rot="16200000" flipH="1">
            <a:off x="3299615" y="3530498"/>
            <a:ext cx="588988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42AB6000-501C-44FE-2F69-91B5589E2A86}"/>
              </a:ext>
            </a:extLst>
          </p:cNvPr>
          <p:cNvSpPr/>
          <p:nvPr/>
        </p:nvSpPr>
        <p:spPr>
          <a:xfrm>
            <a:off x="8293010" y="3821251"/>
            <a:ext cx="2004577" cy="880673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Crafting  Room</a:t>
            </a:r>
            <a:br>
              <a:rPr lang="en-CH" dirty="0">
                <a:solidFill>
                  <a:schemeClr val="tx1"/>
                </a:solidFill>
              </a:rPr>
            </a:br>
            <a:endParaRPr lang="en-CH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C21DAD8-C679-F5D8-88C3-74C8C6FAE151}"/>
              </a:ext>
            </a:extLst>
          </p:cNvPr>
          <p:cNvSpPr/>
          <p:nvPr/>
        </p:nvSpPr>
        <p:spPr>
          <a:xfrm>
            <a:off x="8455478" y="4308277"/>
            <a:ext cx="284813" cy="306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76" name="Curved Connector 75">
            <a:extLst>
              <a:ext uri="{FF2B5EF4-FFF2-40B4-BE49-F238E27FC236}">
                <a16:creationId xmlns:a16="http://schemas.microsoft.com/office/drawing/2014/main" id="{BCE6588D-3348-B747-587B-59C5202E845E}"/>
              </a:ext>
            </a:extLst>
          </p:cNvPr>
          <p:cNvCxnSpPr>
            <a:cxnSpLocks/>
            <a:stCxn id="74" idx="1"/>
            <a:endCxn id="3" idx="3"/>
          </p:cNvCxnSpPr>
          <p:nvPr/>
        </p:nvCxnSpPr>
        <p:spPr>
          <a:xfrm rot="10800000" flipV="1">
            <a:off x="7098286" y="4261588"/>
            <a:ext cx="1194724" cy="2492"/>
          </a:xfrm>
          <a:prstGeom prst="curvedConnector3">
            <a:avLst>
              <a:gd name="adj1" fmla="val 50000"/>
            </a:avLst>
          </a:prstGeom>
          <a:ln w="12700" cmpd="sng">
            <a:solidFill>
              <a:schemeClr val="accent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0C58CBE4-1693-6EB7-6753-0D0234C325AE}"/>
              </a:ext>
            </a:extLst>
          </p:cNvPr>
          <p:cNvSpPr/>
          <p:nvPr/>
        </p:nvSpPr>
        <p:spPr>
          <a:xfrm>
            <a:off x="9911432" y="2829705"/>
            <a:ext cx="2004577" cy="8806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Storage</a:t>
            </a:r>
          </a:p>
        </p:txBody>
      </p:sp>
      <p:cxnSp>
        <p:nvCxnSpPr>
          <p:cNvPr id="81" name="Curved Connector 80">
            <a:extLst>
              <a:ext uri="{FF2B5EF4-FFF2-40B4-BE49-F238E27FC236}">
                <a16:creationId xmlns:a16="http://schemas.microsoft.com/office/drawing/2014/main" id="{8B72EE16-9F9D-0A60-813C-832B297736FB}"/>
              </a:ext>
            </a:extLst>
          </p:cNvPr>
          <p:cNvCxnSpPr>
            <a:cxnSpLocks/>
            <a:stCxn id="80" idx="2"/>
            <a:endCxn id="74" idx="3"/>
          </p:cNvCxnSpPr>
          <p:nvPr/>
        </p:nvCxnSpPr>
        <p:spPr>
          <a:xfrm rot="5400000">
            <a:off x="10330049" y="3677916"/>
            <a:ext cx="551210" cy="616134"/>
          </a:xfrm>
          <a:prstGeom prst="curvedConnector2">
            <a:avLst/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urved Connector 83">
            <a:extLst>
              <a:ext uri="{FF2B5EF4-FFF2-40B4-BE49-F238E27FC236}">
                <a16:creationId xmlns:a16="http://schemas.microsoft.com/office/drawing/2014/main" id="{DC05BF72-FBDF-1AEA-AC43-B27974B17FED}"/>
              </a:ext>
            </a:extLst>
          </p:cNvPr>
          <p:cNvCxnSpPr>
            <a:cxnSpLocks/>
            <a:stCxn id="80" idx="1"/>
            <a:endCxn id="43" idx="2"/>
          </p:cNvCxnSpPr>
          <p:nvPr/>
        </p:nvCxnSpPr>
        <p:spPr>
          <a:xfrm rot="10800000">
            <a:off x="8558352" y="2982580"/>
            <a:ext cx="1353080" cy="287462"/>
          </a:xfrm>
          <a:prstGeom prst="curvedConnector2">
            <a:avLst/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7C76C42C-2E1B-C384-BFB5-7C8F9BF741F0}"/>
              </a:ext>
            </a:extLst>
          </p:cNvPr>
          <p:cNvSpPr/>
          <p:nvPr/>
        </p:nvSpPr>
        <p:spPr>
          <a:xfrm>
            <a:off x="5093709" y="411288"/>
            <a:ext cx="2004577" cy="8806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Secret Room ?</a:t>
            </a:r>
          </a:p>
        </p:txBody>
      </p:sp>
      <p:cxnSp>
        <p:nvCxnSpPr>
          <p:cNvPr id="88" name="Curved Connector 87">
            <a:extLst>
              <a:ext uri="{FF2B5EF4-FFF2-40B4-BE49-F238E27FC236}">
                <a16:creationId xmlns:a16="http://schemas.microsoft.com/office/drawing/2014/main" id="{67B0E39A-7722-93F3-D23A-3134319D5C2C}"/>
              </a:ext>
            </a:extLst>
          </p:cNvPr>
          <p:cNvCxnSpPr>
            <a:cxnSpLocks/>
            <a:stCxn id="43" idx="0"/>
            <a:endCxn id="87" idx="3"/>
          </p:cNvCxnSpPr>
          <p:nvPr/>
        </p:nvCxnSpPr>
        <p:spPr>
          <a:xfrm rot="16200000" flipV="1">
            <a:off x="7203178" y="746733"/>
            <a:ext cx="1250282" cy="1460066"/>
          </a:xfrm>
          <a:prstGeom prst="curvedConnector2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urved Connector 90">
            <a:extLst>
              <a:ext uri="{FF2B5EF4-FFF2-40B4-BE49-F238E27FC236}">
                <a16:creationId xmlns:a16="http://schemas.microsoft.com/office/drawing/2014/main" id="{337F86DC-C9B9-4730-7061-73650F2F51D7}"/>
              </a:ext>
            </a:extLst>
          </p:cNvPr>
          <p:cNvCxnSpPr>
            <a:cxnSpLocks/>
            <a:stCxn id="87" idx="1"/>
            <a:endCxn id="64" idx="0"/>
          </p:cNvCxnSpPr>
          <p:nvPr/>
        </p:nvCxnSpPr>
        <p:spPr>
          <a:xfrm rot="10800000" flipV="1">
            <a:off x="3594109" y="851624"/>
            <a:ext cx="1499600" cy="1503707"/>
          </a:xfrm>
          <a:prstGeom prst="curvedConnector2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6DDFD1A7-FE5E-4D59-1B79-3D6384A99861}"/>
              </a:ext>
            </a:extLst>
          </p:cNvPr>
          <p:cNvCxnSpPr>
            <a:cxnSpLocks/>
            <a:stCxn id="74" idx="2"/>
            <a:endCxn id="2" idx="0"/>
          </p:cNvCxnSpPr>
          <p:nvPr/>
        </p:nvCxnSpPr>
        <p:spPr>
          <a:xfrm rot="5400000">
            <a:off x="8181405" y="4621094"/>
            <a:ext cx="1033065" cy="1194724"/>
          </a:xfrm>
          <a:prstGeom prst="curvedConnector3">
            <a:avLst>
              <a:gd name="adj1" fmla="val 50000"/>
            </a:avLst>
          </a:prstGeom>
          <a:ln w="12700" cmpd="sng">
            <a:solidFill>
              <a:schemeClr val="accent4"/>
            </a:solidFill>
            <a:prstDash val="sysDash"/>
            <a:miter lim="800000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B38BDA0-9014-9002-FFCF-C01CEB9F1683}"/>
              </a:ext>
            </a:extLst>
          </p:cNvPr>
          <p:cNvSpPr txBox="1"/>
          <p:nvPr/>
        </p:nvSpPr>
        <p:spPr>
          <a:xfrm>
            <a:off x="0" y="277793"/>
            <a:ext cx="199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solidFill>
                  <a:srgbClr val="FF0000"/>
                </a:solidFill>
              </a:rPr>
              <a:t>NOT IN PROTOTYPE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A1BF7-E387-A111-0993-6B777E352386}"/>
              </a:ext>
            </a:extLst>
          </p:cNvPr>
          <p:cNvSpPr txBox="1"/>
          <p:nvPr/>
        </p:nvSpPr>
        <p:spPr>
          <a:xfrm>
            <a:off x="0" y="545941"/>
            <a:ext cx="1538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solidFill>
                  <a:schemeClr val="accent6"/>
                </a:solidFill>
              </a:rPr>
              <a:t>IN PROTOTYPE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329BA7-5FEA-40D9-8C1B-091C7B1C222E}"/>
              </a:ext>
            </a:extLst>
          </p:cNvPr>
          <p:cNvSpPr txBox="1"/>
          <p:nvPr/>
        </p:nvSpPr>
        <p:spPr>
          <a:xfrm>
            <a:off x="8665644" y="5165766"/>
            <a:ext cx="28257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000" dirty="0"/>
              <a:t>Pour proto, mettre une planche ou une échelle pour remonter ou faire une salle vide pour le hall</a:t>
            </a:r>
          </a:p>
        </p:txBody>
      </p: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29E2134-24DC-4140-CDFB-0BD77FAA2F64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rot="5400000">
            <a:off x="5923611" y="3651355"/>
            <a:ext cx="344776" cy="1"/>
          </a:xfrm>
          <a:prstGeom prst="curvedConnector3">
            <a:avLst>
              <a:gd name="adj1" fmla="val 50000"/>
            </a:avLst>
          </a:prstGeom>
          <a:ln w="12700" cmpd="sng">
            <a:solidFill>
              <a:schemeClr val="accent4"/>
            </a:solidFill>
            <a:prstDash val="sysDash"/>
            <a:miter lim="800000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68DF0F4-1DFA-8B8F-D726-60E674C9AE04}"/>
              </a:ext>
            </a:extLst>
          </p:cNvPr>
          <p:cNvSpPr txBox="1"/>
          <p:nvPr/>
        </p:nvSpPr>
        <p:spPr>
          <a:xfrm>
            <a:off x="6157972" y="3501241"/>
            <a:ext cx="28257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000" dirty="0"/>
              <a:t>Ajouter un moyen caché de descendre depuis Balcon ?</a:t>
            </a:r>
          </a:p>
        </p:txBody>
      </p:sp>
    </p:spTree>
    <p:extLst>
      <p:ext uri="{BB962C8B-B14F-4D97-AF65-F5344CB8AC3E}">
        <p14:creationId xmlns:p14="http://schemas.microsoft.com/office/powerpoint/2010/main" val="824238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4A5F9B-9179-9D20-5939-F794AB82689D}"/>
              </a:ext>
            </a:extLst>
          </p:cNvPr>
          <p:cNvSpPr/>
          <p:nvPr/>
        </p:nvSpPr>
        <p:spPr>
          <a:xfrm>
            <a:off x="4986727" y="2294745"/>
            <a:ext cx="2218544" cy="1900004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Waterfall</a:t>
            </a:r>
          </a:p>
          <a:p>
            <a:pPr algn="ctr"/>
            <a:r>
              <a:rPr lang="en-CH" dirty="0">
                <a:solidFill>
                  <a:schemeClr val="tx1"/>
                </a:solidFill>
              </a:rPr>
              <a:t>(Sacred Resting Place below)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11F0E83-F28D-E90C-6E67-E30EED42734D}"/>
              </a:ext>
            </a:extLst>
          </p:cNvPr>
          <p:cNvSpPr/>
          <p:nvPr/>
        </p:nvSpPr>
        <p:spPr>
          <a:xfrm>
            <a:off x="7503289" y="2416697"/>
            <a:ext cx="2218544" cy="190000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Dining Room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4864DE-9C7B-8809-63ED-2309E0C2D82E}"/>
              </a:ext>
            </a:extLst>
          </p:cNvPr>
          <p:cNvSpPr txBox="1"/>
          <p:nvPr/>
        </p:nvSpPr>
        <p:spPr>
          <a:xfrm>
            <a:off x="44974" y="29981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LEVEL -1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30B928-7516-9425-8582-4DF1785CBC90}"/>
              </a:ext>
            </a:extLst>
          </p:cNvPr>
          <p:cNvSpPr/>
          <p:nvPr/>
        </p:nvSpPr>
        <p:spPr>
          <a:xfrm>
            <a:off x="6920458" y="3123425"/>
            <a:ext cx="284813" cy="306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11C4D35-D34C-406A-7D45-9140BCB1363F}"/>
              </a:ext>
            </a:extLst>
          </p:cNvPr>
          <p:cNvSpPr/>
          <p:nvPr/>
        </p:nvSpPr>
        <p:spPr>
          <a:xfrm>
            <a:off x="637085" y="2939062"/>
            <a:ext cx="2004577" cy="880673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Staircase </a:t>
            </a:r>
            <a:br>
              <a:rPr lang="en-CH" dirty="0">
                <a:solidFill>
                  <a:schemeClr val="tx1"/>
                </a:solidFill>
              </a:rPr>
            </a:br>
            <a:r>
              <a:rPr lang="en-CH" dirty="0">
                <a:solidFill>
                  <a:schemeClr val="tx1"/>
                </a:solidFill>
              </a:rPr>
              <a:t>(down + up)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A6811FE-24A3-3081-B24C-9D5D4E1AE844}"/>
              </a:ext>
            </a:extLst>
          </p:cNvPr>
          <p:cNvSpPr/>
          <p:nvPr/>
        </p:nvSpPr>
        <p:spPr>
          <a:xfrm>
            <a:off x="2574092" y="1040412"/>
            <a:ext cx="2004577" cy="8806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Prayer Room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BB6A2EA-C29C-9211-0162-1EAB752F51DF}"/>
              </a:ext>
            </a:extLst>
          </p:cNvPr>
          <p:cNvSpPr/>
          <p:nvPr/>
        </p:nvSpPr>
        <p:spPr>
          <a:xfrm>
            <a:off x="10019851" y="2416697"/>
            <a:ext cx="2004577" cy="190000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Kitchen</a:t>
            </a:r>
          </a:p>
        </p:txBody>
      </p: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11020E21-5E43-54C0-BAD9-5F6BEC0FD0BA}"/>
              </a:ext>
            </a:extLst>
          </p:cNvPr>
          <p:cNvCxnSpPr>
            <a:cxnSpLocks/>
            <a:stCxn id="8" idx="3"/>
            <a:endCxn id="15" idx="1"/>
          </p:cNvCxnSpPr>
          <p:nvPr/>
        </p:nvCxnSpPr>
        <p:spPr>
          <a:xfrm>
            <a:off x="9721833" y="3366699"/>
            <a:ext cx="298018" cy="1270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E054DA5-D6CB-FB68-7535-921A2D356BD2}"/>
              </a:ext>
            </a:extLst>
          </p:cNvPr>
          <p:cNvSpPr/>
          <p:nvPr/>
        </p:nvSpPr>
        <p:spPr>
          <a:xfrm>
            <a:off x="2960892" y="3054403"/>
            <a:ext cx="1408631" cy="62459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Corridor</a:t>
            </a:r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34BE8C48-24A9-8DBA-B770-93FD3154BD89}"/>
              </a:ext>
            </a:extLst>
          </p:cNvPr>
          <p:cNvCxnSpPr>
            <a:cxnSpLocks/>
            <a:stCxn id="24" idx="0"/>
            <a:endCxn id="14" idx="2"/>
          </p:cNvCxnSpPr>
          <p:nvPr/>
        </p:nvCxnSpPr>
        <p:spPr>
          <a:xfrm rot="16200000" flipV="1">
            <a:off x="3054136" y="2443330"/>
            <a:ext cx="1133318" cy="88827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C5A04772-AF74-7A7B-2574-EF173B2C9BD1}"/>
              </a:ext>
            </a:extLst>
          </p:cNvPr>
          <p:cNvCxnSpPr>
            <a:cxnSpLocks/>
            <a:stCxn id="24" idx="1"/>
            <a:endCxn id="13" idx="3"/>
          </p:cNvCxnSpPr>
          <p:nvPr/>
        </p:nvCxnSpPr>
        <p:spPr>
          <a:xfrm rot="10800000" flipV="1">
            <a:off x="2641662" y="3366699"/>
            <a:ext cx="319230" cy="1270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8848CA43-66EA-C411-71C8-658040C16224}"/>
              </a:ext>
            </a:extLst>
          </p:cNvPr>
          <p:cNvCxnSpPr>
            <a:cxnSpLocks/>
            <a:stCxn id="24" idx="3"/>
            <a:endCxn id="7" idx="1"/>
          </p:cNvCxnSpPr>
          <p:nvPr/>
        </p:nvCxnSpPr>
        <p:spPr>
          <a:xfrm flipV="1">
            <a:off x="4369523" y="3244747"/>
            <a:ext cx="617204" cy="121952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5959DC2-565B-F131-B387-FE39A5D62FF2}"/>
              </a:ext>
            </a:extLst>
          </p:cNvPr>
          <p:cNvSpPr/>
          <p:nvPr/>
        </p:nvSpPr>
        <p:spPr>
          <a:xfrm>
            <a:off x="7610272" y="967906"/>
            <a:ext cx="2004577" cy="880673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Staircase </a:t>
            </a:r>
            <a:br>
              <a:rPr lang="en-CH" dirty="0">
                <a:solidFill>
                  <a:schemeClr val="tx1"/>
                </a:solidFill>
              </a:rPr>
            </a:br>
            <a:r>
              <a:rPr lang="en-CH" dirty="0">
                <a:solidFill>
                  <a:schemeClr val="tx1"/>
                </a:solidFill>
              </a:rPr>
              <a:t>(up)</a:t>
            </a:r>
          </a:p>
        </p:txBody>
      </p: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8A5CA998-8232-4735-3FCD-C2C26FB9ECDF}"/>
              </a:ext>
            </a:extLst>
          </p:cNvPr>
          <p:cNvCxnSpPr>
            <a:cxnSpLocks/>
            <a:stCxn id="64" idx="2"/>
            <a:endCxn id="8" idx="0"/>
          </p:cNvCxnSpPr>
          <p:nvPr/>
        </p:nvCxnSpPr>
        <p:spPr>
          <a:xfrm rot="16200000" flipH="1">
            <a:off x="7107613" y="911749"/>
            <a:ext cx="453858" cy="2556038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092ED96C-27BE-9367-068B-B6D59C3D1DD1}"/>
              </a:ext>
            </a:extLst>
          </p:cNvPr>
          <p:cNvCxnSpPr>
            <a:cxnSpLocks/>
            <a:stCxn id="38" idx="2"/>
            <a:endCxn id="15" idx="0"/>
          </p:cNvCxnSpPr>
          <p:nvPr/>
        </p:nvCxnSpPr>
        <p:spPr>
          <a:xfrm rot="16200000" flipH="1">
            <a:off x="9533291" y="927848"/>
            <a:ext cx="568118" cy="2409579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AC48ECDB-8965-EE76-4126-6481C04760FE}"/>
              </a:ext>
            </a:extLst>
          </p:cNvPr>
          <p:cNvCxnSpPr>
            <a:cxnSpLocks/>
            <a:stCxn id="8" idx="2"/>
            <a:endCxn id="24" idx="2"/>
          </p:cNvCxnSpPr>
          <p:nvPr/>
        </p:nvCxnSpPr>
        <p:spPr>
          <a:xfrm rot="5400000" flipH="1">
            <a:off x="5820031" y="1524172"/>
            <a:ext cx="637707" cy="4947353"/>
          </a:xfrm>
          <a:prstGeom prst="curvedConnector3">
            <a:avLst>
              <a:gd name="adj1" fmla="val -35847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FBCB521D-30DB-959D-3731-B96520CC0EE8}"/>
              </a:ext>
            </a:extLst>
          </p:cNvPr>
          <p:cNvSpPr/>
          <p:nvPr/>
        </p:nvSpPr>
        <p:spPr>
          <a:xfrm>
            <a:off x="2291889" y="5393947"/>
            <a:ext cx="2004577" cy="8806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RO’s Room</a:t>
            </a:r>
            <a:br>
              <a:rPr lang="en-CH" dirty="0">
                <a:solidFill>
                  <a:schemeClr val="tx1"/>
                </a:solidFill>
              </a:rPr>
            </a:br>
            <a:r>
              <a:rPr lang="en-CH" dirty="0">
                <a:solidFill>
                  <a:schemeClr val="tx1"/>
                </a:solidFill>
              </a:rPr>
              <a:t>(EO’s old Room)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38346E9C-507F-126F-A36B-D2B2C75A9B58}"/>
              </a:ext>
            </a:extLst>
          </p:cNvPr>
          <p:cNvSpPr/>
          <p:nvPr/>
        </p:nvSpPr>
        <p:spPr>
          <a:xfrm>
            <a:off x="4774813" y="5393946"/>
            <a:ext cx="2004577" cy="8806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SO’s Room</a:t>
            </a:r>
            <a:br>
              <a:rPr lang="en-CH" dirty="0">
                <a:solidFill>
                  <a:schemeClr val="tx1"/>
                </a:solidFill>
              </a:rPr>
            </a:br>
            <a:r>
              <a:rPr lang="en-CH" dirty="0">
                <a:solidFill>
                  <a:schemeClr val="tx1"/>
                </a:solidFill>
              </a:rPr>
              <a:t>(RO’s old Room)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3D37D9D3-C9A4-8D1A-431A-FC863133DFEC}"/>
              </a:ext>
            </a:extLst>
          </p:cNvPr>
          <p:cNvSpPr/>
          <p:nvPr/>
        </p:nvSpPr>
        <p:spPr>
          <a:xfrm>
            <a:off x="7391043" y="5393945"/>
            <a:ext cx="2004577" cy="8806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LO’s Room</a:t>
            </a:r>
          </a:p>
        </p:txBody>
      </p:sp>
      <p:cxnSp>
        <p:nvCxnSpPr>
          <p:cNvPr id="54" name="Curved Connector 53">
            <a:extLst>
              <a:ext uri="{FF2B5EF4-FFF2-40B4-BE49-F238E27FC236}">
                <a16:creationId xmlns:a16="http://schemas.microsoft.com/office/drawing/2014/main" id="{AAAD44A2-DDD1-582F-B2ED-19DDC36DD10C}"/>
              </a:ext>
            </a:extLst>
          </p:cNvPr>
          <p:cNvCxnSpPr>
            <a:cxnSpLocks/>
            <a:stCxn id="51" idx="0"/>
            <a:endCxn id="24" idx="2"/>
          </p:cNvCxnSpPr>
          <p:nvPr/>
        </p:nvCxnSpPr>
        <p:spPr>
          <a:xfrm rot="5400000" flipH="1" flipV="1">
            <a:off x="2622217" y="4350956"/>
            <a:ext cx="1714953" cy="37103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urved Connector 56">
            <a:extLst>
              <a:ext uri="{FF2B5EF4-FFF2-40B4-BE49-F238E27FC236}">
                <a16:creationId xmlns:a16="http://schemas.microsoft.com/office/drawing/2014/main" id="{A5F53B61-B5A5-8D01-31BF-D0A1AA877D14}"/>
              </a:ext>
            </a:extLst>
          </p:cNvPr>
          <p:cNvCxnSpPr>
            <a:cxnSpLocks/>
            <a:stCxn id="24" idx="2"/>
            <a:endCxn id="52" idx="0"/>
          </p:cNvCxnSpPr>
          <p:nvPr/>
        </p:nvCxnSpPr>
        <p:spPr>
          <a:xfrm rot="16200000" flipH="1">
            <a:off x="3863679" y="3480523"/>
            <a:ext cx="1714952" cy="2111894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urved Connector 59">
            <a:extLst>
              <a:ext uri="{FF2B5EF4-FFF2-40B4-BE49-F238E27FC236}">
                <a16:creationId xmlns:a16="http://schemas.microsoft.com/office/drawing/2014/main" id="{AD7FCB3C-67D3-3451-582C-B248EC2A233C}"/>
              </a:ext>
            </a:extLst>
          </p:cNvPr>
          <p:cNvCxnSpPr>
            <a:cxnSpLocks/>
            <a:stCxn id="53" idx="0"/>
            <a:endCxn id="24" idx="2"/>
          </p:cNvCxnSpPr>
          <p:nvPr/>
        </p:nvCxnSpPr>
        <p:spPr>
          <a:xfrm rot="16200000" flipV="1">
            <a:off x="5171795" y="2172408"/>
            <a:ext cx="1714951" cy="4728124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11F005EC-B57A-A38E-643E-13423D86D9FD}"/>
              </a:ext>
            </a:extLst>
          </p:cNvPr>
          <p:cNvSpPr/>
          <p:nvPr/>
        </p:nvSpPr>
        <p:spPr>
          <a:xfrm>
            <a:off x="5054234" y="1082166"/>
            <a:ext cx="2004577" cy="880673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Down to Pond</a:t>
            </a:r>
          </a:p>
        </p:txBody>
      </p:sp>
      <p:cxnSp>
        <p:nvCxnSpPr>
          <p:cNvPr id="66" name="Curved Connector 65">
            <a:extLst>
              <a:ext uri="{FF2B5EF4-FFF2-40B4-BE49-F238E27FC236}">
                <a16:creationId xmlns:a16="http://schemas.microsoft.com/office/drawing/2014/main" id="{40555FAD-04F5-D990-A0B0-8FE757C57ADD}"/>
              </a:ext>
            </a:extLst>
          </p:cNvPr>
          <p:cNvCxnSpPr>
            <a:cxnSpLocks/>
            <a:stCxn id="64" idx="1"/>
            <a:endCxn id="14" idx="3"/>
          </p:cNvCxnSpPr>
          <p:nvPr/>
        </p:nvCxnSpPr>
        <p:spPr>
          <a:xfrm rot="10800000">
            <a:off x="4578670" y="1480749"/>
            <a:ext cx="475565" cy="41754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urved Connector 68">
            <a:extLst>
              <a:ext uri="{FF2B5EF4-FFF2-40B4-BE49-F238E27FC236}">
                <a16:creationId xmlns:a16="http://schemas.microsoft.com/office/drawing/2014/main" id="{593519A6-EC83-65D7-FFFD-40D2C97B2DD7}"/>
              </a:ext>
            </a:extLst>
          </p:cNvPr>
          <p:cNvCxnSpPr>
            <a:cxnSpLocks/>
            <a:stCxn id="64" idx="3"/>
            <a:endCxn id="38" idx="1"/>
          </p:cNvCxnSpPr>
          <p:nvPr/>
        </p:nvCxnSpPr>
        <p:spPr>
          <a:xfrm flipV="1">
            <a:off x="7058811" y="1408243"/>
            <a:ext cx="551461" cy="11426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urved Connector 85">
            <a:extLst>
              <a:ext uri="{FF2B5EF4-FFF2-40B4-BE49-F238E27FC236}">
                <a16:creationId xmlns:a16="http://schemas.microsoft.com/office/drawing/2014/main" id="{9253C407-4674-19E9-5AFE-F8FC96E94F64}"/>
              </a:ext>
            </a:extLst>
          </p:cNvPr>
          <p:cNvCxnSpPr>
            <a:cxnSpLocks/>
            <a:stCxn id="8" idx="1"/>
            <a:endCxn id="11" idx="3"/>
          </p:cNvCxnSpPr>
          <p:nvPr/>
        </p:nvCxnSpPr>
        <p:spPr>
          <a:xfrm rot="10800000">
            <a:off x="7205271" y="3276759"/>
            <a:ext cx="298018" cy="8994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E40535B-384D-3EB7-F294-B6349E2F3130}"/>
              </a:ext>
            </a:extLst>
          </p:cNvPr>
          <p:cNvSpPr txBox="1"/>
          <p:nvPr/>
        </p:nvSpPr>
        <p:spPr>
          <a:xfrm>
            <a:off x="9432757" y="1909011"/>
            <a:ext cx="11721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rubbles -&gt; one way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2B6AA4-8E8B-C2D4-0937-91CE3C3EF871}"/>
              </a:ext>
            </a:extLst>
          </p:cNvPr>
          <p:cNvSpPr txBox="1"/>
          <p:nvPr/>
        </p:nvSpPr>
        <p:spPr>
          <a:xfrm>
            <a:off x="5384157" y="2444189"/>
            <a:ext cx="1538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solidFill>
                  <a:schemeClr val="accent6"/>
                </a:solidFill>
              </a:rPr>
              <a:t>IN PROTOTYPE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D9F848-2CC9-746C-7E4B-AD992FDABE5A}"/>
              </a:ext>
            </a:extLst>
          </p:cNvPr>
          <p:cNvSpPr txBox="1"/>
          <p:nvPr/>
        </p:nvSpPr>
        <p:spPr>
          <a:xfrm>
            <a:off x="0" y="277793"/>
            <a:ext cx="199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solidFill>
                  <a:srgbClr val="FF0000"/>
                </a:solidFill>
              </a:rPr>
              <a:t>NOT IN PROTOTYPE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46871F-6D43-64AB-CEE6-4D10552420CE}"/>
              </a:ext>
            </a:extLst>
          </p:cNvPr>
          <p:cNvSpPr txBox="1"/>
          <p:nvPr/>
        </p:nvSpPr>
        <p:spPr>
          <a:xfrm>
            <a:off x="0" y="545941"/>
            <a:ext cx="1538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solidFill>
                  <a:schemeClr val="accent6"/>
                </a:solidFill>
              </a:rPr>
              <a:t>IN PROTOTYPE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E5919-FDE8-873B-48F4-F73B42F35D9E}"/>
              </a:ext>
            </a:extLst>
          </p:cNvPr>
          <p:cNvSpPr/>
          <p:nvPr/>
        </p:nvSpPr>
        <p:spPr>
          <a:xfrm>
            <a:off x="6920458" y="3634962"/>
            <a:ext cx="4367135" cy="3068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/>
              <a:t>Diverted Stream</a:t>
            </a:r>
          </a:p>
        </p:txBody>
      </p:sp>
    </p:spTree>
    <p:extLst>
      <p:ext uri="{BB962C8B-B14F-4D97-AF65-F5344CB8AC3E}">
        <p14:creationId xmlns:p14="http://schemas.microsoft.com/office/powerpoint/2010/main" val="225788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4A5F9B-9179-9D20-5939-F794AB82689D}"/>
              </a:ext>
            </a:extLst>
          </p:cNvPr>
          <p:cNvSpPr/>
          <p:nvPr/>
        </p:nvSpPr>
        <p:spPr>
          <a:xfrm>
            <a:off x="4986727" y="2294745"/>
            <a:ext cx="2218544" cy="1900004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Pond &amp;</a:t>
            </a:r>
          </a:p>
          <a:p>
            <a:pPr algn="ctr"/>
            <a:r>
              <a:rPr lang="en-CH" dirty="0">
                <a:solidFill>
                  <a:schemeClr val="tx1"/>
                </a:solidFill>
              </a:rPr>
              <a:t>Sacred Resting Place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6A98567-F047-8185-877B-35B90A013880}"/>
              </a:ext>
            </a:extLst>
          </p:cNvPr>
          <p:cNvSpPr/>
          <p:nvPr/>
        </p:nvSpPr>
        <p:spPr>
          <a:xfrm>
            <a:off x="2486760" y="3087973"/>
            <a:ext cx="1515613" cy="90065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“Toilets”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4864DE-9C7B-8809-63ED-2309E0C2D82E}"/>
              </a:ext>
            </a:extLst>
          </p:cNvPr>
          <p:cNvSpPr txBox="1"/>
          <p:nvPr/>
        </p:nvSpPr>
        <p:spPr>
          <a:xfrm>
            <a:off x="44974" y="29981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LEVEL -2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A13878-0695-0490-4770-95566932DC9D}"/>
              </a:ext>
            </a:extLst>
          </p:cNvPr>
          <p:cNvSpPr/>
          <p:nvPr/>
        </p:nvSpPr>
        <p:spPr>
          <a:xfrm>
            <a:off x="1228168" y="3678560"/>
            <a:ext cx="5977103" cy="2303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/>
              <a:t>STREAM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59488DB-A1D9-5179-8812-E0076D6AE047}"/>
              </a:ext>
            </a:extLst>
          </p:cNvPr>
          <p:cNvSpPr/>
          <p:nvPr/>
        </p:nvSpPr>
        <p:spPr>
          <a:xfrm>
            <a:off x="2242277" y="1636696"/>
            <a:ext cx="2004577" cy="880673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Staircase </a:t>
            </a:r>
            <a:br>
              <a:rPr lang="en-CH" dirty="0">
                <a:solidFill>
                  <a:schemeClr val="tx1"/>
                </a:solidFill>
              </a:rPr>
            </a:br>
            <a:r>
              <a:rPr lang="en-CH" dirty="0">
                <a:solidFill>
                  <a:schemeClr val="tx1"/>
                </a:solidFill>
              </a:rPr>
              <a:t>(up)</a:t>
            </a:r>
          </a:p>
        </p:txBody>
      </p: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3E46A241-50EF-1E5C-98D5-A9C1729A352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rot="16200000" flipV="1">
            <a:off x="2959265" y="2802670"/>
            <a:ext cx="570604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3C31F09-E7B6-0DAD-9D63-C9569053485C}"/>
              </a:ext>
            </a:extLst>
          </p:cNvPr>
          <p:cNvSpPr/>
          <p:nvPr/>
        </p:nvSpPr>
        <p:spPr>
          <a:xfrm>
            <a:off x="5093710" y="1082166"/>
            <a:ext cx="2004577" cy="880673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tx1"/>
                </a:solidFill>
              </a:rPr>
              <a:t>Up to Prayer Room</a:t>
            </a:r>
          </a:p>
        </p:txBody>
      </p: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93FFFB22-C223-02B2-E756-B93F7B5FE9DA}"/>
              </a:ext>
            </a:extLst>
          </p:cNvPr>
          <p:cNvCxnSpPr>
            <a:cxnSpLocks/>
            <a:stCxn id="7" idx="0"/>
            <a:endCxn id="12" idx="2"/>
          </p:cNvCxnSpPr>
          <p:nvPr/>
        </p:nvCxnSpPr>
        <p:spPr>
          <a:xfrm rot="5400000" flipH="1" flipV="1">
            <a:off x="5930046" y="2128792"/>
            <a:ext cx="331906" cy="1270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52ACD97-4C04-161B-6501-2BDBA7131E64}"/>
              </a:ext>
            </a:extLst>
          </p:cNvPr>
          <p:cNvSpPr txBox="1"/>
          <p:nvPr/>
        </p:nvSpPr>
        <p:spPr>
          <a:xfrm>
            <a:off x="0" y="277793"/>
            <a:ext cx="199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solidFill>
                  <a:srgbClr val="FF0000"/>
                </a:solidFill>
              </a:rPr>
              <a:t>NOT IN PROTOTYPE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5C2AE-5DF0-B3C4-5960-2B210B9A41F8}"/>
              </a:ext>
            </a:extLst>
          </p:cNvPr>
          <p:cNvSpPr txBox="1"/>
          <p:nvPr/>
        </p:nvSpPr>
        <p:spPr>
          <a:xfrm>
            <a:off x="0" y="545941"/>
            <a:ext cx="1538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solidFill>
                  <a:schemeClr val="accent6"/>
                </a:solidFill>
              </a:rPr>
              <a:t>IN PROTOTYPE</a:t>
            </a:r>
          </a:p>
        </p:txBody>
      </p:sp>
    </p:spTree>
    <p:extLst>
      <p:ext uri="{BB962C8B-B14F-4D97-AF65-F5344CB8AC3E}">
        <p14:creationId xmlns:p14="http://schemas.microsoft.com/office/powerpoint/2010/main" val="1367826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74457</TotalTime>
  <Words>224</Words>
  <Application>Microsoft Macintosh PowerPoint</Application>
  <PresentationFormat>Widescreen</PresentationFormat>
  <Paragraphs>60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Jeremias Kuehne</dc:creator>
  <cp:keywords/>
  <dc:description/>
  <cp:lastModifiedBy>Jeremias Kuehne</cp:lastModifiedBy>
  <cp:revision>35</cp:revision>
  <dcterms:created xsi:type="dcterms:W3CDTF">2024-06-27T07:12:08Z</dcterms:created>
  <dcterms:modified xsi:type="dcterms:W3CDTF">2025-12-23T11:27:53Z</dcterms:modified>
  <cp:category/>
</cp:coreProperties>
</file>