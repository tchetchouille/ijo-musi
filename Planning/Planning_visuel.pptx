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7199313" cy="71993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B8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772"/>
    <p:restoredTop sz="96327"/>
  </p:normalViewPr>
  <p:slideViewPr>
    <p:cSldViewPr snapToGrid="0">
      <p:cViewPr varScale="1">
        <p:scale>
          <a:sx n="122" d="100"/>
          <a:sy n="122" d="100"/>
        </p:scale>
        <p:origin x="17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178222"/>
            <a:ext cx="6119416" cy="2506427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3781306"/>
            <a:ext cx="5399485" cy="1738167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58699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095801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794831"/>
            <a:ext cx="6209407" cy="2994714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4817876"/>
            <a:ext cx="6209407" cy="1574849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85264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916484"/>
            <a:ext cx="3059708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916484"/>
            <a:ext cx="3059708" cy="456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26856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383299"/>
            <a:ext cx="6209407" cy="139153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764832"/>
            <a:ext cx="3045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2629749"/>
            <a:ext cx="3045646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764832"/>
            <a:ext cx="3060646" cy="86491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2629749"/>
            <a:ext cx="3060646" cy="386796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440162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970727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08759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036570"/>
            <a:ext cx="3644652" cy="5116178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491680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479954"/>
            <a:ext cx="2321966" cy="1679840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036570"/>
            <a:ext cx="3644652" cy="5116178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159794"/>
            <a:ext cx="2321966" cy="4001285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16705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60701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383297"/>
            <a:ext cx="1552352" cy="610108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383297"/>
            <a:ext cx="4567064" cy="610108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83564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383299"/>
            <a:ext cx="6209407" cy="1391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916484"/>
            <a:ext cx="6209407" cy="45678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76464-EBC5-2646-9E5E-73A47B1E9ED9}" type="datetimeFigureOut">
              <a:rPr lang="en-CH" smtClean="0"/>
              <a:t>25.01.2026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6672698"/>
            <a:ext cx="2429768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6672698"/>
            <a:ext cx="1619845" cy="3832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5924C8-E432-3044-BF18-F853D4A272C2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5649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97B87B07-63A4-55C6-E3EF-2F7385BFC26D}"/>
              </a:ext>
            </a:extLst>
          </p:cNvPr>
          <p:cNvSpPr txBox="1"/>
          <p:nvPr/>
        </p:nvSpPr>
        <p:spPr>
          <a:xfrm>
            <a:off x="3202940" y="3350991"/>
            <a:ext cx="3996373" cy="299313"/>
          </a:xfrm>
          <a:prstGeom prst="rect">
            <a:avLst/>
          </a:prstGeom>
          <a:noFill/>
          <a:ln>
            <a:solidFill>
              <a:srgbClr val="DBB8F6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CH" sz="1000" dirty="0"/>
              <a:t>Whiteboxing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B9758EA-1FDD-09AD-A01B-A6E98D82828E}"/>
              </a:ext>
            </a:extLst>
          </p:cNvPr>
          <p:cNvGrpSpPr/>
          <p:nvPr/>
        </p:nvGrpSpPr>
        <p:grpSpPr>
          <a:xfrm>
            <a:off x="1120221" y="842151"/>
            <a:ext cx="1443600" cy="5294295"/>
            <a:chOff x="692709" y="1008405"/>
            <a:chExt cx="1443600" cy="5294295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53EA7FC-02A7-AFB5-4E41-2392139A0755}"/>
                </a:ext>
              </a:extLst>
            </p:cNvPr>
            <p:cNvSpPr/>
            <p:nvPr/>
          </p:nvSpPr>
          <p:spPr>
            <a:xfrm>
              <a:off x="692709" y="1008405"/>
              <a:ext cx="1443600" cy="36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0478CBD-81E3-2D9A-2632-BD6092E8FBCA}"/>
                </a:ext>
              </a:extLst>
            </p:cNvPr>
            <p:cNvSpPr/>
            <p:nvPr/>
          </p:nvSpPr>
          <p:spPr>
            <a:xfrm>
              <a:off x="692709" y="1103635"/>
              <a:ext cx="1443600" cy="72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4D1C402-CFE8-C915-63CB-3CDF5006F50D}"/>
                </a:ext>
              </a:extLst>
            </p:cNvPr>
            <p:cNvSpPr/>
            <p:nvPr/>
          </p:nvSpPr>
          <p:spPr>
            <a:xfrm>
              <a:off x="692709" y="1234865"/>
              <a:ext cx="1443600" cy="144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B492809-B35E-C8AB-9812-D75D61935C2F}"/>
                </a:ext>
              </a:extLst>
            </p:cNvPr>
            <p:cNvSpPr/>
            <p:nvPr/>
          </p:nvSpPr>
          <p:spPr>
            <a:xfrm>
              <a:off x="692709" y="1438095"/>
              <a:ext cx="1443600" cy="72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2D7AC359-28F3-FB77-982E-B973576441E3}"/>
                </a:ext>
              </a:extLst>
            </p:cNvPr>
            <p:cNvSpPr/>
            <p:nvPr/>
          </p:nvSpPr>
          <p:spPr>
            <a:xfrm>
              <a:off x="692709" y="1569325"/>
              <a:ext cx="1443600" cy="36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8B02996-DA23-577D-7B9B-CBD110C03145}"/>
                </a:ext>
              </a:extLst>
            </p:cNvPr>
            <p:cNvSpPr/>
            <p:nvPr/>
          </p:nvSpPr>
          <p:spPr>
            <a:xfrm>
              <a:off x="692709" y="1664555"/>
              <a:ext cx="1443600" cy="72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E613E9A-30FF-475C-E836-948E4A511D70}"/>
                </a:ext>
              </a:extLst>
            </p:cNvPr>
            <p:cNvSpPr/>
            <p:nvPr/>
          </p:nvSpPr>
          <p:spPr>
            <a:xfrm>
              <a:off x="692709" y="1795785"/>
              <a:ext cx="1443600" cy="72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F4FD98AE-C746-242B-7378-F02D1BC29167}"/>
                </a:ext>
              </a:extLst>
            </p:cNvPr>
            <p:cNvSpPr/>
            <p:nvPr/>
          </p:nvSpPr>
          <p:spPr>
            <a:xfrm>
              <a:off x="692709" y="1927015"/>
              <a:ext cx="1443600" cy="72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5EC5DFC-570F-76D9-B667-C02DF1640BAD}"/>
                </a:ext>
              </a:extLst>
            </p:cNvPr>
            <p:cNvSpPr/>
            <p:nvPr/>
          </p:nvSpPr>
          <p:spPr>
            <a:xfrm>
              <a:off x="692709" y="2058245"/>
              <a:ext cx="1443600" cy="288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 dirty="0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31C32214-4B3E-D7A8-F0C2-36512639FDFD}"/>
                </a:ext>
              </a:extLst>
            </p:cNvPr>
            <p:cNvSpPr/>
            <p:nvPr/>
          </p:nvSpPr>
          <p:spPr>
            <a:xfrm>
              <a:off x="692709" y="2405475"/>
              <a:ext cx="1443600" cy="792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AEBC7F74-F486-7813-0835-1BA5FAA4B8A4}"/>
                </a:ext>
              </a:extLst>
            </p:cNvPr>
            <p:cNvSpPr/>
            <p:nvPr/>
          </p:nvSpPr>
          <p:spPr>
            <a:xfrm>
              <a:off x="692709" y="3256705"/>
              <a:ext cx="1443600" cy="936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9A2A33A-0C57-15AA-B510-829E83C64E6D}"/>
                </a:ext>
              </a:extLst>
            </p:cNvPr>
            <p:cNvSpPr/>
            <p:nvPr/>
          </p:nvSpPr>
          <p:spPr>
            <a:xfrm>
              <a:off x="692709" y="4251935"/>
              <a:ext cx="1443600" cy="432000"/>
            </a:xfrm>
            <a:prstGeom prst="rect">
              <a:avLst/>
            </a:prstGeom>
            <a:solidFill>
              <a:srgbClr val="DBB8F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849FD53-6858-5E16-39D8-74EC7B682E42}"/>
                </a:ext>
              </a:extLst>
            </p:cNvPr>
            <p:cNvSpPr/>
            <p:nvPr/>
          </p:nvSpPr>
          <p:spPr>
            <a:xfrm>
              <a:off x="692709" y="5142556"/>
              <a:ext cx="1443600" cy="72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7FBEF58F-18FB-EC09-323E-01DC1580DC92}"/>
                </a:ext>
              </a:extLst>
            </p:cNvPr>
            <p:cNvSpPr/>
            <p:nvPr/>
          </p:nvSpPr>
          <p:spPr>
            <a:xfrm>
              <a:off x="692709" y="5369016"/>
              <a:ext cx="1443600" cy="216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3C0A515-31E0-9F1A-E0FB-FDD8346AB96C}"/>
                </a:ext>
              </a:extLst>
            </p:cNvPr>
            <p:cNvSpPr/>
            <p:nvPr/>
          </p:nvSpPr>
          <p:spPr>
            <a:xfrm>
              <a:off x="692709" y="5273786"/>
              <a:ext cx="1443600" cy="36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536EFBD-5225-8A7A-1CF1-A4EA874A34AE}"/>
                </a:ext>
              </a:extLst>
            </p:cNvPr>
            <p:cNvSpPr/>
            <p:nvPr/>
          </p:nvSpPr>
          <p:spPr>
            <a:xfrm>
              <a:off x="692709" y="5644246"/>
              <a:ext cx="1443600" cy="36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F0595C8-2569-AF4D-52C1-D588AE809EED}"/>
                </a:ext>
              </a:extLst>
            </p:cNvPr>
            <p:cNvSpPr/>
            <p:nvPr/>
          </p:nvSpPr>
          <p:spPr>
            <a:xfrm>
              <a:off x="692709" y="5739476"/>
              <a:ext cx="1443600" cy="360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F469C68C-C1D9-7377-B5E5-B8436BA8DA38}"/>
                </a:ext>
              </a:extLst>
            </p:cNvPr>
            <p:cNvSpPr/>
            <p:nvPr/>
          </p:nvSpPr>
          <p:spPr>
            <a:xfrm>
              <a:off x="692709" y="6158700"/>
              <a:ext cx="1443600" cy="144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H"/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8A2C308C-AAE4-CFA5-60C1-505141C1515A}"/>
              </a:ext>
            </a:extLst>
          </p:cNvPr>
          <p:cNvSpPr txBox="1"/>
          <p:nvPr/>
        </p:nvSpPr>
        <p:spPr>
          <a:xfrm>
            <a:off x="3054825" y="4803247"/>
            <a:ext cx="4144488" cy="1453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Trouver et lire des articles de recherche-création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Ludographie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Bibliographie 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la structure du rapport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Écriture</a:t>
            </a:r>
          </a:p>
          <a:p>
            <a:pPr marL="285750" marR="0" lvl="0" indent="-28575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Préparation de la </a:t>
            </a:r>
            <a:r>
              <a:rPr kumimoji="0" lang="en-CH" sz="1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présentation </a:t>
            </a:r>
            <a:endParaRPr kumimoji="0" lang="en-CH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9521BE3-D850-B543-A4BB-80BB9B9DE50F}"/>
              </a:ext>
            </a:extLst>
          </p:cNvPr>
          <p:cNvCxnSpPr>
            <a:cxnSpLocks/>
          </p:cNvCxnSpPr>
          <p:nvPr/>
        </p:nvCxnSpPr>
        <p:spPr>
          <a:xfrm>
            <a:off x="-166506" y="1217188"/>
            <a:ext cx="2729240" cy="0"/>
          </a:xfrm>
          <a:prstGeom prst="line">
            <a:avLst/>
          </a:prstGeom>
          <a:ln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9CE00C81-3089-0CB7-3C59-1DF010AC1481}"/>
              </a:ext>
            </a:extLst>
          </p:cNvPr>
          <p:cNvCxnSpPr>
            <a:cxnSpLocks/>
          </p:cNvCxnSpPr>
          <p:nvPr/>
        </p:nvCxnSpPr>
        <p:spPr>
          <a:xfrm>
            <a:off x="-166506" y="1586792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04D39A7-A643-ACD0-5A1C-26C854D3A1A1}"/>
              </a:ext>
            </a:extLst>
          </p:cNvPr>
          <p:cNvCxnSpPr>
            <a:cxnSpLocks/>
          </p:cNvCxnSpPr>
          <p:nvPr/>
        </p:nvCxnSpPr>
        <p:spPr>
          <a:xfrm>
            <a:off x="-166506" y="1940016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2F8CE68-1A87-9AB9-7B77-632A3C70BF01}"/>
              </a:ext>
            </a:extLst>
          </p:cNvPr>
          <p:cNvCxnSpPr>
            <a:cxnSpLocks/>
          </p:cNvCxnSpPr>
          <p:nvPr/>
        </p:nvCxnSpPr>
        <p:spPr>
          <a:xfrm>
            <a:off x="-166506" y="2307870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B944A10-6670-EE95-1CAF-87208BE35E9B}"/>
              </a:ext>
            </a:extLst>
          </p:cNvPr>
          <p:cNvCxnSpPr>
            <a:cxnSpLocks/>
          </p:cNvCxnSpPr>
          <p:nvPr/>
        </p:nvCxnSpPr>
        <p:spPr>
          <a:xfrm>
            <a:off x="-166506" y="2675724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9C8B742-5BD3-1A36-4638-3A48790EFA6A}"/>
              </a:ext>
            </a:extLst>
          </p:cNvPr>
          <p:cNvCxnSpPr>
            <a:cxnSpLocks/>
          </p:cNvCxnSpPr>
          <p:nvPr/>
        </p:nvCxnSpPr>
        <p:spPr>
          <a:xfrm>
            <a:off x="-166506" y="3031854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E20818A-4E4D-14AB-B2C6-03D195832898}"/>
              </a:ext>
            </a:extLst>
          </p:cNvPr>
          <p:cNvCxnSpPr>
            <a:cxnSpLocks/>
          </p:cNvCxnSpPr>
          <p:nvPr/>
        </p:nvCxnSpPr>
        <p:spPr>
          <a:xfrm>
            <a:off x="-166506" y="3411432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D94685CB-C7E1-99F2-99CB-EF22B3419FF9}"/>
              </a:ext>
            </a:extLst>
          </p:cNvPr>
          <p:cNvCxnSpPr>
            <a:cxnSpLocks/>
          </p:cNvCxnSpPr>
          <p:nvPr/>
        </p:nvCxnSpPr>
        <p:spPr>
          <a:xfrm>
            <a:off x="-166506" y="3779286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4B418D95-B07A-DD02-CF10-BEB455452146}"/>
              </a:ext>
            </a:extLst>
          </p:cNvPr>
          <p:cNvCxnSpPr>
            <a:cxnSpLocks/>
          </p:cNvCxnSpPr>
          <p:nvPr/>
        </p:nvCxnSpPr>
        <p:spPr>
          <a:xfrm>
            <a:off x="-166506" y="836454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D3D87DBE-BE64-F3D5-CDAA-62A3413A8A12}"/>
              </a:ext>
            </a:extLst>
          </p:cNvPr>
          <p:cNvCxnSpPr>
            <a:cxnSpLocks/>
          </p:cNvCxnSpPr>
          <p:nvPr/>
        </p:nvCxnSpPr>
        <p:spPr>
          <a:xfrm>
            <a:off x="-166506" y="4147140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E675085B-4451-E367-7335-F67A0E50DAEE}"/>
              </a:ext>
            </a:extLst>
          </p:cNvPr>
          <p:cNvCxnSpPr>
            <a:cxnSpLocks/>
          </p:cNvCxnSpPr>
          <p:nvPr/>
        </p:nvCxnSpPr>
        <p:spPr>
          <a:xfrm>
            <a:off x="-166506" y="4514995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134C9BBA-3DFC-DFEB-80F9-E37A25560436}"/>
              </a:ext>
            </a:extLst>
          </p:cNvPr>
          <p:cNvSpPr txBox="1"/>
          <p:nvPr/>
        </p:nvSpPr>
        <p:spPr>
          <a:xfrm>
            <a:off x="486168" y="4292390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15.02.26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753FE4-AEFE-238D-A192-F5C76CD86996}"/>
              </a:ext>
            </a:extLst>
          </p:cNvPr>
          <p:cNvSpPr txBox="1"/>
          <p:nvPr/>
        </p:nvSpPr>
        <p:spPr>
          <a:xfrm>
            <a:off x="486168" y="3923355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08.02.26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0ED923A-7FCC-075A-9574-A709DE9B2852}"/>
              </a:ext>
            </a:extLst>
          </p:cNvPr>
          <p:cNvSpPr txBox="1"/>
          <p:nvPr/>
        </p:nvSpPr>
        <p:spPr>
          <a:xfrm>
            <a:off x="486168" y="3554321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01.02.26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90FAE42-61C8-557A-60B6-63AAFF897BC5}"/>
              </a:ext>
            </a:extLst>
          </p:cNvPr>
          <p:cNvSpPr txBox="1"/>
          <p:nvPr/>
        </p:nvSpPr>
        <p:spPr>
          <a:xfrm>
            <a:off x="486168" y="3191583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25.01.26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083EEF-EC90-3A95-E1D5-4035441CBDB5}"/>
              </a:ext>
            </a:extLst>
          </p:cNvPr>
          <p:cNvSpPr txBox="1"/>
          <p:nvPr/>
        </p:nvSpPr>
        <p:spPr>
          <a:xfrm>
            <a:off x="486168" y="2806175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18.01.26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639AE1-6252-F760-BFD4-215285328156}"/>
              </a:ext>
            </a:extLst>
          </p:cNvPr>
          <p:cNvSpPr txBox="1"/>
          <p:nvPr/>
        </p:nvSpPr>
        <p:spPr>
          <a:xfrm>
            <a:off x="486168" y="2450995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11.01.26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0797D3B-B993-AE2A-70C7-8828D3D806FB}"/>
              </a:ext>
            </a:extLst>
          </p:cNvPr>
          <p:cNvSpPr txBox="1"/>
          <p:nvPr/>
        </p:nvSpPr>
        <p:spPr>
          <a:xfrm>
            <a:off x="486168" y="2088258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04.01.26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347BBF1-B68E-5541-9B7B-128DCCF92634}"/>
              </a:ext>
            </a:extLst>
          </p:cNvPr>
          <p:cNvSpPr txBox="1"/>
          <p:nvPr/>
        </p:nvSpPr>
        <p:spPr>
          <a:xfrm>
            <a:off x="486168" y="1717964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28.12.25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736227C-C9BE-65BD-50C5-C269D5D44D01}"/>
              </a:ext>
            </a:extLst>
          </p:cNvPr>
          <p:cNvSpPr txBox="1"/>
          <p:nvPr/>
        </p:nvSpPr>
        <p:spPr>
          <a:xfrm>
            <a:off x="486168" y="1364044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21.12.25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18B860B8-A71B-2D42-D292-47F6CF2244D9}"/>
              </a:ext>
            </a:extLst>
          </p:cNvPr>
          <p:cNvSpPr txBox="1"/>
          <p:nvPr/>
        </p:nvSpPr>
        <p:spPr>
          <a:xfrm>
            <a:off x="486168" y="1008863"/>
            <a:ext cx="6431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14.12.25</a:t>
            </a:r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10833923-412A-51E2-590F-C86732FE9593}"/>
              </a:ext>
            </a:extLst>
          </p:cNvPr>
          <p:cNvCxnSpPr>
            <a:cxnSpLocks/>
          </p:cNvCxnSpPr>
          <p:nvPr/>
        </p:nvCxnSpPr>
        <p:spPr>
          <a:xfrm>
            <a:off x="-53492" y="5408793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4F00DA8C-7929-9F6A-3338-9CCF2BF3C42A}"/>
              </a:ext>
            </a:extLst>
          </p:cNvPr>
          <p:cNvCxnSpPr>
            <a:cxnSpLocks/>
          </p:cNvCxnSpPr>
          <p:nvPr/>
        </p:nvCxnSpPr>
        <p:spPr>
          <a:xfrm>
            <a:off x="-53492" y="5776647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F10C6967-9656-0C11-C88F-21539DA4E932}"/>
              </a:ext>
            </a:extLst>
          </p:cNvPr>
          <p:cNvCxnSpPr>
            <a:cxnSpLocks/>
          </p:cNvCxnSpPr>
          <p:nvPr/>
        </p:nvCxnSpPr>
        <p:spPr>
          <a:xfrm>
            <a:off x="-53492" y="6144502"/>
            <a:ext cx="272924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552470F0-B50C-0752-83B0-5C1F0E349514}"/>
              </a:ext>
            </a:extLst>
          </p:cNvPr>
          <p:cNvSpPr txBox="1"/>
          <p:nvPr/>
        </p:nvSpPr>
        <p:spPr>
          <a:xfrm>
            <a:off x="-36411" y="5921897"/>
            <a:ext cx="11657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800" dirty="0"/>
              <a:t>Date de la présentation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E84683B-682C-69B1-7249-3763CDDE3B27}"/>
              </a:ext>
            </a:extLst>
          </p:cNvPr>
          <p:cNvSpPr txBox="1"/>
          <p:nvPr/>
        </p:nvSpPr>
        <p:spPr>
          <a:xfrm>
            <a:off x="345104" y="5552862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- 1 semaine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B0B346A-5909-2824-4E7F-C75B3E1920A0}"/>
              </a:ext>
            </a:extLst>
          </p:cNvPr>
          <p:cNvSpPr txBox="1"/>
          <p:nvPr/>
        </p:nvSpPr>
        <p:spPr>
          <a:xfrm>
            <a:off x="345104" y="5183828"/>
            <a:ext cx="7841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H" sz="1000" dirty="0"/>
              <a:t>- 2 semaine</a:t>
            </a:r>
          </a:p>
        </p:txBody>
      </p: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034EFD20-B145-0240-1299-5341D35C8120}"/>
              </a:ext>
            </a:extLst>
          </p:cNvPr>
          <p:cNvCxnSpPr>
            <a:cxnSpLocks/>
            <a:stCxn id="24" idx="3"/>
            <a:endCxn id="145" idx="1"/>
          </p:cNvCxnSpPr>
          <p:nvPr/>
        </p:nvCxnSpPr>
        <p:spPr>
          <a:xfrm flipV="1">
            <a:off x="2563821" y="711934"/>
            <a:ext cx="639119" cy="148217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AF4F8136-FF63-D0C0-D709-A76A4C8B0DD3}"/>
              </a:ext>
            </a:extLst>
          </p:cNvPr>
          <p:cNvCxnSpPr>
            <a:cxnSpLocks/>
            <a:stCxn id="25" idx="3"/>
            <a:endCxn id="145" idx="1"/>
          </p:cNvCxnSpPr>
          <p:nvPr/>
        </p:nvCxnSpPr>
        <p:spPr>
          <a:xfrm flipV="1">
            <a:off x="2563821" y="711934"/>
            <a:ext cx="639119" cy="261447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0092CD54-596E-718E-CBEF-70B701C33FEF}"/>
              </a:ext>
            </a:extLst>
          </p:cNvPr>
          <p:cNvCxnSpPr>
            <a:cxnSpLocks/>
            <a:stCxn id="26" idx="3"/>
            <a:endCxn id="145" idx="1"/>
          </p:cNvCxnSpPr>
          <p:nvPr/>
        </p:nvCxnSpPr>
        <p:spPr>
          <a:xfrm flipV="1">
            <a:off x="2563821" y="711934"/>
            <a:ext cx="639119" cy="428677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15BBE1BC-D91C-DFF7-E454-16C17C976A19}"/>
              </a:ext>
            </a:extLst>
          </p:cNvPr>
          <p:cNvCxnSpPr>
            <a:cxnSpLocks/>
            <a:stCxn id="27" idx="3"/>
            <a:endCxn id="147" idx="1"/>
          </p:cNvCxnSpPr>
          <p:nvPr/>
        </p:nvCxnSpPr>
        <p:spPr>
          <a:xfrm>
            <a:off x="2563821" y="1307841"/>
            <a:ext cx="639119" cy="332104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94A9FCF5-FB44-B677-E9A1-F5A73C3D949F}"/>
              </a:ext>
            </a:extLst>
          </p:cNvPr>
          <p:cNvCxnSpPr>
            <a:cxnSpLocks/>
            <a:stCxn id="28" idx="3"/>
            <a:endCxn id="147" idx="1"/>
          </p:cNvCxnSpPr>
          <p:nvPr/>
        </p:nvCxnSpPr>
        <p:spPr>
          <a:xfrm>
            <a:off x="2563821" y="1421071"/>
            <a:ext cx="639119" cy="218874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>
            <a:extLst>
              <a:ext uri="{FF2B5EF4-FFF2-40B4-BE49-F238E27FC236}">
                <a16:creationId xmlns:a16="http://schemas.microsoft.com/office/drawing/2014/main" id="{40672E46-C89F-E649-170E-A508D3DCD7C6}"/>
              </a:ext>
            </a:extLst>
          </p:cNvPr>
          <p:cNvCxnSpPr>
            <a:cxnSpLocks/>
            <a:stCxn id="29" idx="3"/>
            <a:endCxn id="147" idx="1"/>
          </p:cNvCxnSpPr>
          <p:nvPr/>
        </p:nvCxnSpPr>
        <p:spPr>
          <a:xfrm>
            <a:off x="2563821" y="1534301"/>
            <a:ext cx="639119" cy="105644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7C4FD60F-19B2-059B-F736-B41ACAB5FCBC}"/>
              </a:ext>
            </a:extLst>
          </p:cNvPr>
          <p:cNvCxnSpPr>
            <a:cxnSpLocks/>
            <a:stCxn id="30" idx="3"/>
            <a:endCxn id="149" idx="1"/>
          </p:cNvCxnSpPr>
          <p:nvPr/>
        </p:nvCxnSpPr>
        <p:spPr>
          <a:xfrm>
            <a:off x="2563821" y="1665531"/>
            <a:ext cx="639119" cy="787009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31CC6668-7297-A63A-2341-6C9093B48461}"/>
              </a:ext>
            </a:extLst>
          </p:cNvPr>
          <p:cNvCxnSpPr>
            <a:cxnSpLocks/>
            <a:stCxn id="31" idx="3"/>
            <a:endCxn id="149" idx="1"/>
          </p:cNvCxnSpPr>
          <p:nvPr/>
        </p:nvCxnSpPr>
        <p:spPr>
          <a:xfrm>
            <a:off x="2563821" y="1796761"/>
            <a:ext cx="639119" cy="655779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B24AE395-B48E-9985-07BE-1A030A149753}"/>
              </a:ext>
            </a:extLst>
          </p:cNvPr>
          <p:cNvCxnSpPr>
            <a:cxnSpLocks/>
            <a:stCxn id="32" idx="3"/>
            <a:endCxn id="151" idx="1"/>
          </p:cNvCxnSpPr>
          <p:nvPr/>
        </p:nvCxnSpPr>
        <p:spPr>
          <a:xfrm>
            <a:off x="2563821" y="2035991"/>
            <a:ext cx="639119" cy="998311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80F81293-B4D3-47BC-672E-C71A361B103A}"/>
              </a:ext>
            </a:extLst>
          </p:cNvPr>
          <p:cNvCxnSpPr>
            <a:cxnSpLocks/>
            <a:stCxn id="33" idx="3"/>
            <a:endCxn id="23" idx="1"/>
          </p:cNvCxnSpPr>
          <p:nvPr/>
        </p:nvCxnSpPr>
        <p:spPr>
          <a:xfrm>
            <a:off x="2563821" y="2635221"/>
            <a:ext cx="639119" cy="865427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274EF306-99B7-BC40-C7B9-067F110A75C0}"/>
              </a:ext>
            </a:extLst>
          </p:cNvPr>
          <p:cNvCxnSpPr>
            <a:cxnSpLocks/>
            <a:stCxn id="34" idx="3"/>
            <a:endCxn id="153" idx="1"/>
          </p:cNvCxnSpPr>
          <p:nvPr/>
        </p:nvCxnSpPr>
        <p:spPr>
          <a:xfrm>
            <a:off x="2563821" y="3558451"/>
            <a:ext cx="639119" cy="408543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5D89776-8432-E1B5-06E6-B3A2D0E92A32}"/>
              </a:ext>
            </a:extLst>
          </p:cNvPr>
          <p:cNvCxnSpPr>
            <a:cxnSpLocks/>
            <a:stCxn id="35" idx="3"/>
            <a:endCxn id="155" idx="1"/>
          </p:cNvCxnSpPr>
          <p:nvPr/>
        </p:nvCxnSpPr>
        <p:spPr>
          <a:xfrm>
            <a:off x="2563821" y="4301681"/>
            <a:ext cx="639119" cy="131661"/>
          </a:xfrm>
          <a:prstGeom prst="line">
            <a:avLst/>
          </a:prstGeom>
          <a:ln w="12700">
            <a:solidFill>
              <a:srgbClr val="DBB8F6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" name="TextBox 144">
            <a:extLst>
              <a:ext uri="{FF2B5EF4-FFF2-40B4-BE49-F238E27FC236}">
                <a16:creationId xmlns:a16="http://schemas.microsoft.com/office/drawing/2014/main" id="{CBC3C4A0-063D-F88A-3A91-7DA12289AAE9}"/>
              </a:ext>
            </a:extLst>
          </p:cNvPr>
          <p:cNvSpPr txBox="1"/>
          <p:nvPr/>
        </p:nvSpPr>
        <p:spPr>
          <a:xfrm>
            <a:off x="3202940" y="331445"/>
            <a:ext cx="3996373" cy="760978"/>
          </a:xfrm>
          <a:prstGeom prst="rect">
            <a:avLst/>
          </a:prstGeom>
          <a:noFill/>
          <a:ln>
            <a:solidFill>
              <a:srgbClr val="DBB8F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Mise à jour du GDD</a:t>
            </a:r>
          </a:p>
          <a:p>
            <a:pPr>
              <a:lnSpc>
                <a:spcPct val="150000"/>
              </a:lnSpc>
              <a:defRPr/>
            </a:pPr>
            <a:r>
              <a:rPr lang="en-CH" sz="1000" dirty="0"/>
              <a:t>Répartir les diverses informations trouvables dans les différentes salles</a:t>
            </a:r>
          </a:p>
          <a:p>
            <a:pPr>
              <a:lnSpc>
                <a:spcPct val="150000"/>
              </a:lnSpc>
              <a:defRPr/>
            </a:pPr>
            <a:r>
              <a:rPr lang="en-CH" sz="1000" dirty="0"/>
              <a:t>Définir où et comment les diverses informations sont trouvables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AE36ACD-1952-AF8A-D718-DF90174F3C4A}"/>
              </a:ext>
            </a:extLst>
          </p:cNvPr>
          <p:cNvSpPr txBox="1"/>
          <p:nvPr/>
        </p:nvSpPr>
        <p:spPr>
          <a:xfrm>
            <a:off x="3202940" y="1259456"/>
            <a:ext cx="3996373" cy="760978"/>
          </a:xfrm>
          <a:prstGeom prst="rect">
            <a:avLst/>
          </a:prstGeom>
          <a:noFill/>
          <a:ln>
            <a:solidFill>
              <a:srgbClr val="DBB8F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Rassembler les documents de design, croquis, etc déjà existants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Définir le type de données qui sera représenté dans le rapport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Faire liste des décisions prises jusque-là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C26CADD-3B2C-1384-8A8A-1D9219C40EC0}"/>
              </a:ext>
            </a:extLst>
          </p:cNvPr>
          <p:cNvSpPr txBox="1"/>
          <p:nvPr/>
        </p:nvSpPr>
        <p:spPr>
          <a:xfrm>
            <a:off x="3202940" y="2187467"/>
            <a:ext cx="3996373" cy="530145"/>
          </a:xfrm>
          <a:prstGeom prst="rect">
            <a:avLst/>
          </a:prstGeom>
          <a:noFill/>
          <a:ln>
            <a:solidFill>
              <a:srgbClr val="DBB8F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Finaliser le design de la tablette sur le papier</a:t>
            </a: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Finir la tablette 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E2AA29A7-54C6-765B-FEAD-96A328DD5107}"/>
              </a:ext>
            </a:extLst>
          </p:cNvPr>
          <p:cNvSpPr txBox="1"/>
          <p:nvPr/>
        </p:nvSpPr>
        <p:spPr>
          <a:xfrm>
            <a:off x="3202940" y="2884645"/>
            <a:ext cx="3996373" cy="299313"/>
          </a:xfrm>
          <a:prstGeom prst="rect">
            <a:avLst/>
          </a:prstGeom>
          <a:noFill/>
          <a:ln>
            <a:solidFill>
              <a:srgbClr val="DBB8F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Écrire les textes en toki pona</a:t>
            </a:r>
          </a:p>
        </p:txBody>
      </p:sp>
      <p:sp>
        <p:nvSpPr>
          <p:cNvPr id="153" name="TextBox 152">
            <a:extLst>
              <a:ext uri="{FF2B5EF4-FFF2-40B4-BE49-F238E27FC236}">
                <a16:creationId xmlns:a16="http://schemas.microsoft.com/office/drawing/2014/main" id="{8D0AED59-A8B2-5086-E580-1A85DED41C0C}"/>
              </a:ext>
            </a:extLst>
          </p:cNvPr>
          <p:cNvSpPr txBox="1"/>
          <p:nvPr/>
        </p:nvSpPr>
        <p:spPr>
          <a:xfrm>
            <a:off x="3202940" y="3817337"/>
            <a:ext cx="3996373" cy="299313"/>
          </a:xfrm>
          <a:prstGeom prst="rect">
            <a:avLst/>
          </a:prstGeom>
          <a:noFill/>
          <a:ln>
            <a:solidFill>
              <a:srgbClr val="DBB8F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Création des assets 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D3A8EB25-2481-6C97-D5BA-2C4395BDEDED}"/>
              </a:ext>
            </a:extLst>
          </p:cNvPr>
          <p:cNvSpPr txBox="1"/>
          <p:nvPr/>
        </p:nvSpPr>
        <p:spPr>
          <a:xfrm>
            <a:off x="3202940" y="4283685"/>
            <a:ext cx="3996373" cy="299313"/>
          </a:xfrm>
          <a:prstGeom prst="rect">
            <a:avLst/>
          </a:prstGeom>
          <a:noFill/>
          <a:ln>
            <a:solidFill>
              <a:srgbClr val="DBB8F6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H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Lumière</a:t>
            </a:r>
          </a:p>
        </p:txBody>
      </p:sp>
    </p:spTree>
    <p:extLst>
      <p:ext uri="{BB962C8B-B14F-4D97-AF65-F5344CB8AC3E}">
        <p14:creationId xmlns:p14="http://schemas.microsoft.com/office/powerpoint/2010/main" val="2124997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37150</TotalTime>
  <Words>113</Words>
  <Application>Microsoft Macintosh PowerPoint</Application>
  <PresentationFormat>Custom</PresentationFormat>
  <Paragraphs>31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Jeremias Kuehne</dc:creator>
  <cp:lastModifiedBy>Jeremias Kuehne</cp:lastModifiedBy>
  <cp:revision>7</cp:revision>
  <dcterms:created xsi:type="dcterms:W3CDTF">2025-12-05T14:42:27Z</dcterms:created>
  <dcterms:modified xsi:type="dcterms:W3CDTF">2026-02-20T06:21:03Z</dcterms:modified>
</cp:coreProperties>
</file>