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BB8F5"/>
    <a:srgbClr val="8A95D5"/>
    <a:srgbClr val="D584C9"/>
    <a:srgbClr val="F28DEA"/>
    <a:srgbClr val="D58283"/>
    <a:srgbClr val="D0A98A"/>
    <a:srgbClr val="B8CA76"/>
    <a:srgbClr val="ABCA98"/>
    <a:srgbClr val="628BAC"/>
    <a:srgbClr val="6C8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013"/>
    <p:restoredTop sz="96327"/>
  </p:normalViewPr>
  <p:slideViewPr>
    <p:cSldViewPr snapToGrid="0">
      <p:cViewPr>
        <p:scale>
          <a:sx n="89" d="100"/>
          <a:sy n="89" d="100"/>
        </p:scale>
        <p:origin x="0" y="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F6D74-7D2A-FE90-AF74-21224310EA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E81C21-A859-0857-5525-6EFFD7AB60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638923-44AA-F034-2639-FF98DE0E3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2F1D-2A3F-1D4E-839C-7A968445D62F}" type="datetimeFigureOut">
              <a:rPr lang="en-CH" smtClean="0"/>
              <a:t>19.01.2026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D0C4B-19C4-2695-90C5-BC2760E48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5A55E4-0F07-0C8A-2DD8-16596F016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464382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5AF34-1A74-26AB-5D94-FCC3BA68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210BFD-D4FF-9E48-0E86-3A5B2B4B75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499639-8435-8FF0-816F-F659EC329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2F1D-2A3F-1D4E-839C-7A968445D62F}" type="datetimeFigureOut">
              <a:rPr lang="en-CH" smtClean="0"/>
              <a:t>19.01.2026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427E3-6F8C-B7C8-076E-BC092761D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D54032-C9F7-C610-23DA-73873E408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749973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21B9D-EABC-FFDB-753D-0D1BAB23D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0C8C5A-D29B-DC8D-6FE0-B887BF64F6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7B4CA-DC1D-B85E-25F9-5BC7ABEA0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2F1D-2A3F-1D4E-839C-7A968445D62F}" type="datetimeFigureOut">
              <a:rPr lang="en-CH" smtClean="0"/>
              <a:t>19.01.2026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DF9F23-34AC-A2DD-7B94-735137225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89563-8778-124D-8207-325195648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6797332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EB76D-4ABA-BCE2-7A49-BCDE77D6D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60FD6-F2FA-08B5-388D-3C02A5BC9D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25F973-DC20-C87D-3DF5-44320A8D9F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0E0781-972E-39D7-4130-060E32EF8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2F1D-2A3F-1D4E-839C-7A968445D62F}" type="datetimeFigureOut">
              <a:rPr lang="en-CH" smtClean="0"/>
              <a:t>19.01.2026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9DAFD-37C2-E6DB-5812-F6DFCA135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D396CA-1F1E-5F0F-6F1C-2AC0F326F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544078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EBE9F-E237-8D24-FDC3-C7AA0DA3A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262828-B2A5-B896-25A9-344EE923F1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7E3C85-135A-DF8E-0692-1E776450FA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9161D1-AEC0-121A-C41B-3C739AAF86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572129-8D00-C111-BD76-11FA1EFD83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B66388-D4F7-D0A1-C92F-839B4AA0C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2F1D-2A3F-1D4E-839C-7A968445D62F}" type="datetimeFigureOut">
              <a:rPr lang="en-CH" smtClean="0"/>
              <a:t>19.01.2026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418DA-75CA-0F90-94F4-5B0E29568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D05DE4-1150-1EAE-7BF3-7147C5CDB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53189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ED203-3036-9E68-9612-27792D9C9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981668-65B8-2915-71F7-CA2A5126C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2F1D-2A3F-1D4E-839C-7A968445D62F}" type="datetimeFigureOut">
              <a:rPr lang="en-CH" smtClean="0"/>
              <a:t>19.01.2026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49B5DE-24F7-A072-0BC7-7239C4B1C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233E39-AE1B-778D-B8E4-4471DD1C0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875103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342DC3-8054-1F52-D699-C4BB61158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2F1D-2A3F-1D4E-839C-7A968445D62F}" type="datetimeFigureOut">
              <a:rPr lang="en-CH" smtClean="0"/>
              <a:t>19.01.2026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FD0709-D3F2-36FE-A785-23AE88846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B25C09-9722-7AAA-449E-ED3C22CEC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5751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A1266-A8C8-780E-CEA3-0C99FE320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5184F6-EFDB-4C25-E7DC-4CF6CBE1F9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F6CA2C-BA5D-C52B-66C6-3A25926E03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BE24F1-B2DE-558C-DFE8-DD3698FD6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2F1D-2A3F-1D4E-839C-7A968445D62F}" type="datetimeFigureOut">
              <a:rPr lang="en-CH" smtClean="0"/>
              <a:t>19.01.2026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279C98-37D2-ED2B-43FB-437D7823D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C403E3-2BF9-CBEB-EC34-FA782236E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42227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2E864-C0F2-2987-9D2C-93B0C9293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FFEF13A-45A9-0EBC-D451-2803CC76FC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DEA759-AD8B-7BC2-3AB3-6207F15C6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9E60CC-6BE7-C031-C345-EE6D05E2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2F1D-2A3F-1D4E-839C-7A968445D62F}" type="datetimeFigureOut">
              <a:rPr lang="en-CH" smtClean="0"/>
              <a:t>19.01.2026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DA3D5F-DBEB-61B6-F646-C3C85245D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60205-1033-E515-CE45-44FC8A567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4116340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A3E15-23B1-51EC-DF31-67930947B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B8443E-A0EA-62B2-F6A0-ACECFBFDB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453C37-1037-22EF-B5AD-973B0DD2A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2F1D-2A3F-1D4E-839C-7A968445D62F}" type="datetimeFigureOut">
              <a:rPr lang="en-CH" smtClean="0"/>
              <a:t>19.01.2026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366C00-2E87-10BE-B974-8BE8908A2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7643E6-685A-5010-0CBD-B13FE0C2D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03075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594182-47C6-ABD8-D65F-D23200B5FE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13A759-D7E8-86E5-BEB9-8D202FD24D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D24275-FA68-9B26-26CB-A37476410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2F1D-2A3F-1D4E-839C-7A968445D62F}" type="datetimeFigureOut">
              <a:rPr lang="en-CH" smtClean="0"/>
              <a:t>19.01.2026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D29CB1-B9B9-6B35-DD16-65F1DFB1E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C14B5-B766-C21B-CF4B-4306DE860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31245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48B091-0D3B-471B-805F-F6FDCFF60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63348-06FA-D07C-51A8-A485D8B14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E28A16-FF10-2FDD-EC97-97F8E5B3A6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B2F1D-2A3F-1D4E-839C-7A968445D62F}" type="datetimeFigureOut">
              <a:rPr lang="en-CH" smtClean="0"/>
              <a:t>19.01.2026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880C6-D612-7FAB-3093-BF69647C2C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EA36BC-387C-97CC-512E-E23B782233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3167307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98040F6-64D9-3587-50FD-40AA36936C1D}"/>
              </a:ext>
            </a:extLst>
          </p:cNvPr>
          <p:cNvSpPr txBox="1"/>
          <p:nvPr/>
        </p:nvSpPr>
        <p:spPr>
          <a:xfrm>
            <a:off x="729344" y="794657"/>
            <a:ext cx="5248124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CH" sz="1000" dirty="0"/>
              <a:t>Mettre à jour GDD (0.5)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Finir d’attribuer toutes les rooms (narrative data) (1)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Attribuer mediums et scores aux infos dans les rooms du proto (2)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Rassembler les archives (1)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Définir méthode de création/sélection données (0.5)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Faire liste des décisions prises jusque-là (1)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Finaliser décisions design (1)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Finir tablette (pas bien, juste le faire !) (1)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Écrire textes en toki pona (4)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Whiteboxing (11)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Waiting Room (2)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Crafting Room (3)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Balcony (2)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Waterfall (1)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Sacred Resting Place (1)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Stairs (2)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Assets (13)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Waiting Room (2)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Crafting Room (3)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Balcony (1)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Waterfall (3)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Sacred Resting Place (2)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Stairs (2)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Lumière (1 j par pièce) (6)</a:t>
            </a:r>
          </a:p>
          <a:p>
            <a:pPr marL="285750" indent="-285750">
              <a:buFontTx/>
              <a:buChar char="-"/>
            </a:pPr>
            <a:endParaRPr lang="en-CH" sz="1000" dirty="0"/>
          </a:p>
          <a:p>
            <a:pPr marL="285750" indent="-285750">
              <a:buFontTx/>
              <a:buChar char="-"/>
            </a:pPr>
            <a:r>
              <a:rPr lang="en-CH" sz="1000" dirty="0"/>
              <a:t>42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90324E-FB8C-E327-388F-152DDE83A97C}"/>
              </a:ext>
            </a:extLst>
          </p:cNvPr>
          <p:cNvSpPr txBox="1"/>
          <p:nvPr/>
        </p:nvSpPr>
        <p:spPr>
          <a:xfrm>
            <a:off x="6232678" y="879324"/>
            <a:ext cx="52481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CH" sz="1000" dirty="0"/>
              <a:t>Trouver et lire 2-3 articles recherche-création (se concentrer sur la forme et méthode) (1)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Rassembler ludographie (0.5)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Rassembler bibliographie (3)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Définir structure du rapport (0.5)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Écriture (5)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Présentation (2)</a:t>
            </a:r>
          </a:p>
          <a:p>
            <a:pPr marL="285750" indent="-285750">
              <a:buFontTx/>
              <a:buChar char="-"/>
            </a:pPr>
            <a:endParaRPr lang="en-CH" sz="1000" dirty="0"/>
          </a:p>
          <a:p>
            <a:pPr marL="285750" indent="-285750">
              <a:buFontTx/>
              <a:buChar char="-"/>
            </a:pPr>
            <a:r>
              <a:rPr lang="en-CH" sz="1000" dirty="0"/>
              <a:t>12</a:t>
            </a:r>
          </a:p>
          <a:p>
            <a:pPr marL="742950" lvl="1" indent="-285750">
              <a:buFontTx/>
              <a:buChar char="-"/>
            </a:pPr>
            <a:endParaRPr lang="en-CH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F53F70-274A-1BA1-74D9-0CBC450FD083}"/>
              </a:ext>
            </a:extLst>
          </p:cNvPr>
          <p:cNvSpPr txBox="1"/>
          <p:nvPr/>
        </p:nvSpPr>
        <p:spPr>
          <a:xfrm>
            <a:off x="688258" y="4984955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-&gt; 14.02.26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0A1126-F081-F602-6033-ECC9EE66398F}"/>
              </a:ext>
            </a:extLst>
          </p:cNvPr>
          <p:cNvSpPr txBox="1"/>
          <p:nvPr/>
        </p:nvSpPr>
        <p:spPr>
          <a:xfrm>
            <a:off x="6410632" y="2487561"/>
            <a:ext cx="5227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5 sem avant présentation -&gt; 2 sem avant présentation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B300AF-61FC-3D7D-EFCE-23E62D88006F}"/>
              </a:ext>
            </a:extLst>
          </p:cNvPr>
          <p:cNvSpPr txBox="1"/>
          <p:nvPr/>
        </p:nvSpPr>
        <p:spPr>
          <a:xfrm>
            <a:off x="4524195" y="4727959"/>
            <a:ext cx="23338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Projet</a:t>
            </a:r>
          </a:p>
          <a:p>
            <a:r>
              <a:rPr lang="en-CH" dirty="0"/>
              <a:t>3 semaines osef quand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94111C-A185-9F71-5F37-6446F586296E}"/>
              </a:ext>
            </a:extLst>
          </p:cNvPr>
          <p:cNvSpPr txBox="1"/>
          <p:nvPr/>
        </p:nvSpPr>
        <p:spPr>
          <a:xfrm>
            <a:off x="7583721" y="4151925"/>
            <a:ext cx="24508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Stages</a:t>
            </a:r>
          </a:p>
          <a:p>
            <a:r>
              <a:rPr lang="en-CH" dirty="0"/>
              <a:t>10 semaines osef quand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6A8D47-29A7-2DD7-CC10-6AC3B1E34836}"/>
              </a:ext>
            </a:extLst>
          </p:cNvPr>
          <p:cNvSpPr txBox="1"/>
          <p:nvPr/>
        </p:nvSpPr>
        <p:spPr>
          <a:xfrm>
            <a:off x="627231" y="5542003"/>
            <a:ext cx="47085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Visu QUE SCATTERPLOT (avec cartes en dessous)</a:t>
            </a:r>
          </a:p>
          <a:p>
            <a:r>
              <a:rPr lang="en-CH" dirty="0"/>
              <a:t>3j osef quand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900A3F-BCA3-440D-FF9C-BBA71BF74218}"/>
              </a:ext>
            </a:extLst>
          </p:cNvPr>
          <p:cNvSpPr txBox="1"/>
          <p:nvPr/>
        </p:nvSpPr>
        <p:spPr>
          <a:xfrm>
            <a:off x="8227905" y="5266700"/>
            <a:ext cx="14553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philo</a:t>
            </a:r>
          </a:p>
          <a:p>
            <a:r>
              <a:rPr lang="en-CH" dirty="0"/>
              <a:t>6j osef quand</a:t>
            </a:r>
          </a:p>
        </p:txBody>
      </p:sp>
    </p:spTree>
    <p:extLst>
      <p:ext uri="{BB962C8B-B14F-4D97-AF65-F5344CB8AC3E}">
        <p14:creationId xmlns:p14="http://schemas.microsoft.com/office/powerpoint/2010/main" val="2481975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98040F6-64D9-3587-50FD-40AA36936C1D}"/>
              </a:ext>
            </a:extLst>
          </p:cNvPr>
          <p:cNvSpPr txBox="1"/>
          <p:nvPr/>
        </p:nvSpPr>
        <p:spPr>
          <a:xfrm>
            <a:off x="729344" y="794657"/>
            <a:ext cx="5248124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CH" sz="1000" strike="sngStrike" dirty="0"/>
              <a:t>Mettre à jour GDD (0.5)</a:t>
            </a:r>
          </a:p>
          <a:p>
            <a:pPr marL="285750" indent="-285750">
              <a:buFontTx/>
              <a:buChar char="-"/>
            </a:pPr>
            <a:r>
              <a:rPr lang="en-CH" sz="1000" strike="sngStrike" dirty="0"/>
              <a:t>Finir d’attribuer toutes les rooms (narrative data) (1)</a:t>
            </a:r>
          </a:p>
          <a:p>
            <a:pPr marL="285750" indent="-285750">
              <a:buFontTx/>
              <a:buChar char="-"/>
            </a:pPr>
            <a:r>
              <a:rPr lang="en-CH" sz="1000" strike="sngStrike" dirty="0"/>
              <a:t>Attribuer mediums et scores aux infos dans les rooms du proto (2)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Rassembler les archives (1)</a:t>
            </a:r>
          </a:p>
          <a:p>
            <a:pPr marL="285750" indent="-285750">
              <a:buFontTx/>
              <a:buChar char="-"/>
            </a:pPr>
            <a:r>
              <a:rPr lang="en-CH" sz="1000" strike="sngStrike" dirty="0"/>
              <a:t>Définir méthode de création/sélection données (0.5)</a:t>
            </a:r>
          </a:p>
          <a:p>
            <a:pPr marL="285750" indent="-285750">
              <a:buFontTx/>
              <a:buChar char="-"/>
            </a:pPr>
            <a:r>
              <a:rPr lang="en-CH" sz="1000" strike="sngStrike" dirty="0"/>
              <a:t>Faire liste des décisions prises jusque-là (1)</a:t>
            </a:r>
          </a:p>
          <a:p>
            <a:pPr marL="285750" indent="-285750">
              <a:buFontTx/>
              <a:buChar char="-"/>
            </a:pPr>
            <a:r>
              <a:rPr lang="en-CH" sz="1000" strike="sngStrike" dirty="0"/>
              <a:t>Finaliser décisions design (1)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Finir tablette (pas bien, juste le faire !) (1)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Écrire textes en toki pona (3)</a:t>
            </a:r>
          </a:p>
          <a:p>
            <a:pPr marL="285750" indent="-285750">
              <a:buFontTx/>
              <a:buChar char="-"/>
            </a:pPr>
            <a:r>
              <a:rPr lang="en-CH" sz="1000" strike="sngStrike" dirty="0"/>
              <a:t>Whiteboxing (11)</a:t>
            </a:r>
          </a:p>
          <a:p>
            <a:pPr marL="742950" lvl="1" indent="-285750">
              <a:buFontTx/>
              <a:buChar char="-"/>
            </a:pPr>
            <a:r>
              <a:rPr lang="en-CH" sz="1000" strike="sngStrike" dirty="0"/>
              <a:t>Waiting Room (2)</a:t>
            </a:r>
          </a:p>
          <a:p>
            <a:pPr marL="742950" lvl="1" indent="-285750">
              <a:buFontTx/>
              <a:buChar char="-"/>
            </a:pPr>
            <a:r>
              <a:rPr lang="en-CH" sz="1000" strike="sngStrike" dirty="0"/>
              <a:t>Crafting Room (3)</a:t>
            </a:r>
          </a:p>
          <a:p>
            <a:pPr marL="742950" lvl="1" indent="-285750">
              <a:buFontTx/>
              <a:buChar char="-"/>
            </a:pPr>
            <a:r>
              <a:rPr lang="en-CH" sz="1000" strike="sngStrike" dirty="0"/>
              <a:t>Balcony (2)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Waterfall (1)</a:t>
            </a:r>
          </a:p>
          <a:p>
            <a:pPr marL="742950" lvl="1" indent="-285750">
              <a:buFontTx/>
              <a:buChar char="-"/>
            </a:pPr>
            <a:r>
              <a:rPr lang="en-CH" sz="1000" strike="sngStrike" dirty="0"/>
              <a:t>Sacred Resting Place (1)</a:t>
            </a:r>
          </a:p>
          <a:p>
            <a:pPr marL="742950" lvl="1" indent="-285750">
              <a:buFontTx/>
              <a:buChar char="-"/>
            </a:pPr>
            <a:r>
              <a:rPr lang="en-CH" sz="1000" strike="sngStrike" dirty="0"/>
              <a:t>Stairs (2)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Assets (13)</a:t>
            </a:r>
          </a:p>
          <a:p>
            <a:pPr marL="742950" lvl="1" indent="-285750">
              <a:buFontTx/>
              <a:buChar char="-"/>
            </a:pPr>
            <a:r>
              <a:rPr lang="en-CH" sz="1000" strike="sngStrike" dirty="0"/>
              <a:t>Waiting Room (2)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Crafting Room (2)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Balcony (1)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Waterfall (3)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Sacred Resting Place (2)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Stairs (2)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Lumière + assemblage (1 j par pièce) (6)</a:t>
            </a:r>
          </a:p>
          <a:p>
            <a:pPr marL="285750" indent="-285750">
              <a:buFontTx/>
              <a:buChar char="-"/>
            </a:pPr>
            <a:endParaRPr lang="en-CH" sz="1000" dirty="0"/>
          </a:p>
          <a:p>
            <a:pPr marL="285750" indent="-285750">
              <a:buFontTx/>
              <a:buChar char="-"/>
            </a:pPr>
            <a:r>
              <a:rPr lang="en-CH" sz="1000" dirty="0"/>
              <a:t>22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90324E-FB8C-E327-388F-152DDE83A97C}"/>
              </a:ext>
            </a:extLst>
          </p:cNvPr>
          <p:cNvSpPr txBox="1"/>
          <p:nvPr/>
        </p:nvSpPr>
        <p:spPr>
          <a:xfrm>
            <a:off x="6232678" y="879324"/>
            <a:ext cx="52481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CH" sz="1000" dirty="0"/>
              <a:t>Trouver et lire 2-3 articles recherche-création (se concentrer sur la forme et méthode) (1)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Rassembler ludographie (0.5)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Rassembler bibliographie (3)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Définir structure du rapport (0.5)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Écriture (5)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Présentation (2)</a:t>
            </a:r>
          </a:p>
          <a:p>
            <a:pPr marL="285750" indent="-285750">
              <a:buFontTx/>
              <a:buChar char="-"/>
            </a:pPr>
            <a:endParaRPr lang="en-CH" sz="1000" dirty="0"/>
          </a:p>
          <a:p>
            <a:pPr marL="285750" indent="-285750">
              <a:buFontTx/>
              <a:buChar char="-"/>
            </a:pPr>
            <a:r>
              <a:rPr lang="en-CH" sz="1000" dirty="0"/>
              <a:t>12</a:t>
            </a:r>
          </a:p>
          <a:p>
            <a:pPr marL="742950" lvl="1" indent="-285750">
              <a:buFontTx/>
              <a:buChar char="-"/>
            </a:pPr>
            <a:endParaRPr lang="en-CH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F53F70-274A-1BA1-74D9-0CBC450FD083}"/>
              </a:ext>
            </a:extLst>
          </p:cNvPr>
          <p:cNvSpPr txBox="1"/>
          <p:nvPr/>
        </p:nvSpPr>
        <p:spPr>
          <a:xfrm>
            <a:off x="688258" y="4984955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-&gt; 14.02.26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0A1126-F081-F602-6033-ECC9EE66398F}"/>
              </a:ext>
            </a:extLst>
          </p:cNvPr>
          <p:cNvSpPr txBox="1"/>
          <p:nvPr/>
        </p:nvSpPr>
        <p:spPr>
          <a:xfrm>
            <a:off x="6410632" y="2487561"/>
            <a:ext cx="5227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5 sem avant présentation -&gt; 2 sem avant présentation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B300AF-61FC-3D7D-EFCE-23E62D88006F}"/>
              </a:ext>
            </a:extLst>
          </p:cNvPr>
          <p:cNvSpPr txBox="1"/>
          <p:nvPr/>
        </p:nvSpPr>
        <p:spPr>
          <a:xfrm>
            <a:off x="4524195" y="4727959"/>
            <a:ext cx="23338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Projet</a:t>
            </a:r>
          </a:p>
          <a:p>
            <a:r>
              <a:rPr lang="en-CH" dirty="0"/>
              <a:t>3 semaines osef quand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94111C-A185-9F71-5F37-6446F586296E}"/>
              </a:ext>
            </a:extLst>
          </p:cNvPr>
          <p:cNvSpPr txBox="1"/>
          <p:nvPr/>
        </p:nvSpPr>
        <p:spPr>
          <a:xfrm>
            <a:off x="7583721" y="4151925"/>
            <a:ext cx="24508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Stages</a:t>
            </a:r>
          </a:p>
          <a:p>
            <a:r>
              <a:rPr lang="en-CH" dirty="0"/>
              <a:t>10 semaines osef quand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6A8D47-29A7-2DD7-CC10-6AC3B1E34836}"/>
              </a:ext>
            </a:extLst>
          </p:cNvPr>
          <p:cNvSpPr txBox="1"/>
          <p:nvPr/>
        </p:nvSpPr>
        <p:spPr>
          <a:xfrm>
            <a:off x="627231" y="5542003"/>
            <a:ext cx="47085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Visu QUE SCATTERPLOT (avec cartes en dessous)</a:t>
            </a:r>
          </a:p>
          <a:p>
            <a:r>
              <a:rPr lang="en-CH" dirty="0"/>
              <a:t>3j osef quand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900A3F-BCA3-440D-FF9C-BBA71BF74218}"/>
              </a:ext>
            </a:extLst>
          </p:cNvPr>
          <p:cNvSpPr txBox="1"/>
          <p:nvPr/>
        </p:nvSpPr>
        <p:spPr>
          <a:xfrm>
            <a:off x="8227905" y="5266700"/>
            <a:ext cx="14553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philo</a:t>
            </a:r>
          </a:p>
          <a:p>
            <a:r>
              <a:rPr lang="en-CH" dirty="0"/>
              <a:t>6j osef quand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DB68A3-DFE7-38C8-1AE9-0B64D3E05AA2}"/>
              </a:ext>
            </a:extLst>
          </p:cNvPr>
          <p:cNvSpPr txBox="1"/>
          <p:nvPr/>
        </p:nvSpPr>
        <p:spPr>
          <a:xfrm>
            <a:off x="1080655" y="213755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RÉVISION 25/01/26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FBAD6F-3A6C-D2CA-1C72-4E7168838BA4}"/>
              </a:ext>
            </a:extLst>
          </p:cNvPr>
          <p:cNvSpPr txBox="1"/>
          <p:nvPr/>
        </p:nvSpPr>
        <p:spPr>
          <a:xfrm>
            <a:off x="6863938" y="285008"/>
            <a:ext cx="16494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FIN D’ÉTUDES : </a:t>
            </a:r>
          </a:p>
        </p:txBody>
      </p:sp>
    </p:spTree>
    <p:extLst>
      <p:ext uri="{BB962C8B-B14F-4D97-AF65-F5344CB8AC3E}">
        <p14:creationId xmlns:p14="http://schemas.microsoft.com/office/powerpoint/2010/main" val="3730087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45CC-924C-66A5-FB8D-9E0D4EF12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78130" y="0"/>
            <a:ext cx="3527961" cy="822407"/>
          </a:xfrm>
        </p:spPr>
        <p:txBody>
          <a:bodyPr>
            <a:normAutofit/>
          </a:bodyPr>
          <a:lstStyle/>
          <a:p>
            <a:pPr algn="ctr"/>
            <a:r>
              <a:rPr lang="en-CH" sz="2000" dirty="0"/>
              <a:t>Reprise kanban 28/01/26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F6B6CC-B0D2-D82B-EFD7-D2A880EF3856}"/>
              </a:ext>
            </a:extLst>
          </p:cNvPr>
          <p:cNvSpPr txBox="1"/>
          <p:nvPr/>
        </p:nvSpPr>
        <p:spPr>
          <a:xfrm>
            <a:off x="665019" y="1496291"/>
            <a:ext cx="2218877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800" dirty="0"/>
              <a:t>IJO MUSI – JEU – TOTAL = 24</a:t>
            </a:r>
          </a:p>
          <a:p>
            <a:pPr marL="285750" indent="-285750">
              <a:buFontTx/>
              <a:buChar char="-"/>
            </a:pPr>
            <a:r>
              <a:rPr lang="en-CH" sz="800" dirty="0"/>
              <a:t>Assets TOTAL =  11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Squelette : 1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Crafting Room : 2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Pond : 1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Balcony : 2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Water &amp; Waterfall : 2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Stairs : 2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Textures : 1</a:t>
            </a:r>
          </a:p>
          <a:p>
            <a:pPr marL="285750" indent="-285750">
              <a:buFontTx/>
              <a:buChar char="-"/>
            </a:pPr>
            <a:r>
              <a:rPr lang="en-CH" sz="800" dirty="0"/>
              <a:t>Écriture TOTAL = 3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awakening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blame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confession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last moments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playing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plants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death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mural</a:t>
            </a:r>
          </a:p>
          <a:p>
            <a:pPr marL="285750" indent="-285750">
              <a:buFontTx/>
              <a:buChar char="-"/>
            </a:pPr>
            <a:r>
              <a:rPr lang="en-CH" sz="800" dirty="0"/>
              <a:t>Voix TOTAL = 4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awakening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blame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confession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last moments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playing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plants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death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mural</a:t>
            </a:r>
          </a:p>
          <a:p>
            <a:pPr marL="285750" indent="-285750">
              <a:buFontTx/>
              <a:buChar char="-"/>
            </a:pPr>
            <a:r>
              <a:rPr lang="en-CH" sz="800" dirty="0"/>
              <a:t>Sons TOTAL = 2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Pas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Eau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Toggle tablette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Feu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Ambiance (cf grotte minecraft)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Musiques</a:t>
            </a:r>
          </a:p>
          <a:p>
            <a:pPr marL="285750" indent="-285750">
              <a:buFontTx/>
              <a:buChar char="-"/>
            </a:pPr>
            <a:r>
              <a:rPr lang="en-CH" sz="800" dirty="0"/>
              <a:t>Tablette TOTAL = 2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Yellow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Red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Blue</a:t>
            </a:r>
          </a:p>
          <a:p>
            <a:pPr marL="285750" indent="-285750">
              <a:buFontTx/>
              <a:buChar char="-"/>
            </a:pPr>
            <a:r>
              <a:rPr lang="en-CH" sz="800" dirty="0"/>
              <a:t>Assemblage TOTAL = 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A91067-1903-72C9-5AEA-612EF3CE495E}"/>
              </a:ext>
            </a:extLst>
          </p:cNvPr>
          <p:cNvSpPr txBox="1"/>
          <p:nvPr/>
        </p:nvSpPr>
        <p:spPr>
          <a:xfrm>
            <a:off x="6341424" y="468154"/>
            <a:ext cx="14766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800" dirty="0"/>
              <a:t>AUTRES</a:t>
            </a:r>
          </a:p>
          <a:p>
            <a:pPr marL="285750" indent="-285750">
              <a:buFontTx/>
              <a:buChar char="-"/>
            </a:pPr>
            <a:r>
              <a:rPr lang="en-CH" sz="800" dirty="0"/>
              <a:t>Excel miam</a:t>
            </a:r>
          </a:p>
          <a:p>
            <a:pPr marL="285750" indent="-285750">
              <a:buFontTx/>
              <a:buChar char="-"/>
            </a:pPr>
            <a:r>
              <a:rPr lang="en-CH" sz="800" dirty="0"/>
              <a:t>Abo gare</a:t>
            </a:r>
          </a:p>
          <a:p>
            <a:pPr marL="285750" indent="-285750">
              <a:buFontTx/>
              <a:buChar char="-"/>
            </a:pPr>
            <a:r>
              <a:rPr lang="en-CH" sz="800" dirty="0"/>
              <a:t>Call banque – carte</a:t>
            </a:r>
          </a:p>
          <a:p>
            <a:pPr marL="285750" indent="-285750">
              <a:buFontTx/>
              <a:buChar char="-"/>
            </a:pPr>
            <a:r>
              <a:rPr lang="en-CH" sz="800" dirty="0"/>
              <a:t>Call banque – E-banking</a:t>
            </a:r>
          </a:p>
          <a:p>
            <a:pPr marL="285750" indent="-285750">
              <a:buFontTx/>
              <a:buChar char="-"/>
            </a:pPr>
            <a:endParaRPr lang="en-CH" sz="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04AFDD-DE59-BEF0-B01D-62624B365562}"/>
              </a:ext>
            </a:extLst>
          </p:cNvPr>
          <p:cNvSpPr txBox="1"/>
          <p:nvPr/>
        </p:nvSpPr>
        <p:spPr>
          <a:xfrm>
            <a:off x="7666531" y="486889"/>
            <a:ext cx="231666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800" dirty="0"/>
              <a:t>STAGES</a:t>
            </a:r>
          </a:p>
          <a:p>
            <a:pPr marL="285750" indent="-285750">
              <a:buFontTx/>
              <a:buChar char="-"/>
            </a:pPr>
            <a:r>
              <a:rPr lang="en-CH" sz="800" dirty="0"/>
              <a:t>Mail Yannick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Donner infos sur mes stages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Demander infos rapport de stage</a:t>
            </a:r>
          </a:p>
          <a:p>
            <a:pPr marL="742950" lvl="1" indent="-285750">
              <a:buFontTx/>
              <a:buChar char="-"/>
            </a:pPr>
            <a:r>
              <a:rPr lang="en-CH" sz="800" dirty="0"/>
              <a:t>Vérifier que tout est ok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3D89C7-CFDC-3281-DED7-623E6797CED2}"/>
              </a:ext>
            </a:extLst>
          </p:cNvPr>
          <p:cNvSpPr txBox="1"/>
          <p:nvPr/>
        </p:nvSpPr>
        <p:spPr>
          <a:xfrm>
            <a:off x="9999023" y="581892"/>
            <a:ext cx="1117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800" dirty="0"/>
              <a:t>WEEKLY</a:t>
            </a:r>
          </a:p>
          <a:p>
            <a:pPr marL="285750" indent="-285750">
              <a:buFontTx/>
              <a:buChar char="-"/>
            </a:pPr>
            <a:r>
              <a:rPr lang="en-CH" sz="800" dirty="0"/>
              <a:t>Orga parent.e.s</a:t>
            </a:r>
          </a:p>
          <a:p>
            <a:pPr marL="285750" indent="-285750">
              <a:buFontTx/>
              <a:buChar char="-"/>
            </a:pPr>
            <a:r>
              <a:rPr lang="en-CH" sz="800" dirty="0"/>
              <a:t>Orga potes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156AC8-7F2B-DD8A-6E01-DCB51EFBF87B}"/>
              </a:ext>
            </a:extLst>
          </p:cNvPr>
          <p:cNvSpPr txBox="1"/>
          <p:nvPr/>
        </p:nvSpPr>
        <p:spPr>
          <a:xfrm>
            <a:off x="2695699" y="1496290"/>
            <a:ext cx="262444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800" dirty="0"/>
              <a:t>IJO MUSI – RAPPORT – TOTAL = 12</a:t>
            </a:r>
          </a:p>
          <a:p>
            <a:pPr marL="285750" indent="-285750">
              <a:buFontTx/>
              <a:buChar char="-"/>
            </a:pPr>
            <a:r>
              <a:rPr lang="en-CH" sz="800" dirty="0"/>
              <a:t>Rassembler mes archives - 0</a:t>
            </a:r>
          </a:p>
          <a:p>
            <a:pPr marL="285750" indent="-285750">
              <a:buFontTx/>
              <a:buChar char="-"/>
            </a:pPr>
            <a:r>
              <a:rPr lang="en-CH" sz="800" dirty="0"/>
              <a:t>Trouver et lire 2-3 articles recherche-création (se concentrer sur la forme et méthode) (1)</a:t>
            </a:r>
          </a:p>
          <a:p>
            <a:pPr marL="285750" indent="-285750">
              <a:buFontTx/>
              <a:buChar char="-"/>
            </a:pPr>
            <a:r>
              <a:rPr lang="en-CH" sz="800" dirty="0"/>
              <a:t>Rassembler ludographie (0.5)</a:t>
            </a:r>
          </a:p>
          <a:p>
            <a:pPr marL="285750" indent="-285750">
              <a:buFontTx/>
              <a:buChar char="-"/>
            </a:pPr>
            <a:r>
              <a:rPr lang="en-CH" sz="800" dirty="0"/>
              <a:t>Rassembler bibliographie (3)</a:t>
            </a:r>
          </a:p>
          <a:p>
            <a:pPr marL="285750" indent="-285750">
              <a:buFontTx/>
              <a:buChar char="-"/>
            </a:pPr>
            <a:r>
              <a:rPr lang="en-CH" sz="800" dirty="0"/>
              <a:t>Définir structure du rapport (0.5)</a:t>
            </a:r>
          </a:p>
          <a:p>
            <a:pPr marL="285750" indent="-285750">
              <a:buFontTx/>
              <a:buChar char="-"/>
            </a:pPr>
            <a:r>
              <a:rPr lang="en-CH" sz="800" dirty="0"/>
              <a:t>Écriture (5)</a:t>
            </a:r>
          </a:p>
          <a:p>
            <a:pPr marL="285750" indent="-285750">
              <a:buFontTx/>
              <a:buChar char="-"/>
            </a:pPr>
            <a:r>
              <a:rPr lang="en-CH" sz="800" dirty="0"/>
              <a:t>Présentation (2)</a:t>
            </a:r>
          </a:p>
          <a:p>
            <a:endParaRPr lang="en-CH" sz="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37C839-BE49-89D9-3829-9A59E7C27625}"/>
              </a:ext>
            </a:extLst>
          </p:cNvPr>
          <p:cNvSpPr txBox="1"/>
          <p:nvPr/>
        </p:nvSpPr>
        <p:spPr>
          <a:xfrm>
            <a:off x="7600209" y="0"/>
            <a:ext cx="4475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Trucs à mettre sur kanban mais pas à planifier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1BA0F0-A9C9-1EA7-0840-5E5E8F74146F}"/>
              </a:ext>
            </a:extLst>
          </p:cNvPr>
          <p:cNvSpPr txBox="1"/>
          <p:nvPr/>
        </p:nvSpPr>
        <p:spPr>
          <a:xfrm>
            <a:off x="2624446" y="3087584"/>
            <a:ext cx="4540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VISU – SCATERPLOT UNIQUEMENT – TOTAL =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53A949-CCB5-97BA-857F-C49CA81616F9}"/>
              </a:ext>
            </a:extLst>
          </p:cNvPr>
          <p:cNvSpPr txBox="1"/>
          <p:nvPr/>
        </p:nvSpPr>
        <p:spPr>
          <a:xfrm>
            <a:off x="2743200" y="3633850"/>
            <a:ext cx="1886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PHILO – TOTAL = 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5350B9-AF69-F0A0-0583-3DBA0C34439E}"/>
              </a:ext>
            </a:extLst>
          </p:cNvPr>
          <p:cNvSpPr txBox="1"/>
          <p:nvPr/>
        </p:nvSpPr>
        <p:spPr>
          <a:xfrm>
            <a:off x="3408218" y="4595750"/>
            <a:ext cx="305955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MÉMOIRE – 1 semestre</a:t>
            </a:r>
          </a:p>
          <a:p>
            <a:r>
              <a:rPr lang="en-CH" dirty="0"/>
              <a:t>début : 14 septembre 26</a:t>
            </a:r>
          </a:p>
          <a:p>
            <a:r>
              <a:rPr lang="en-CH" dirty="0"/>
              <a:t>fin des cours : 18 décembre 26</a:t>
            </a:r>
          </a:p>
          <a:p>
            <a:r>
              <a:rPr lang="en-CH" dirty="0"/>
              <a:t>début examens : 15 janvier 26</a:t>
            </a:r>
          </a:p>
          <a:p>
            <a:r>
              <a:rPr lang="en-CH" dirty="0"/>
              <a:t> fin examnes : 6 février 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13FFE6-3F73-118D-1960-82049E609467}"/>
              </a:ext>
            </a:extLst>
          </p:cNvPr>
          <p:cNvSpPr txBox="1"/>
          <p:nvPr/>
        </p:nvSpPr>
        <p:spPr>
          <a:xfrm>
            <a:off x="8348353" y="2553195"/>
            <a:ext cx="2510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SPEC – CIRA - TOTAL = 30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E51229-0B9D-991A-48BB-42DD54AA332F}"/>
              </a:ext>
            </a:extLst>
          </p:cNvPr>
          <p:cNvSpPr txBox="1"/>
          <p:nvPr/>
        </p:nvSpPr>
        <p:spPr>
          <a:xfrm>
            <a:off x="8170224" y="3301340"/>
            <a:ext cx="3446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STAGES – DamaDama – TOTAL = 15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1E5750-3A96-13A8-4A01-8C221B068534}"/>
              </a:ext>
            </a:extLst>
          </p:cNvPr>
          <p:cNvSpPr txBox="1"/>
          <p:nvPr/>
        </p:nvSpPr>
        <p:spPr>
          <a:xfrm>
            <a:off x="8156370" y="3928753"/>
            <a:ext cx="313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STAGES – Naraven – TOTAL = 15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7B72F6-2CAE-A18F-1EF6-79EB2D94581F}"/>
              </a:ext>
            </a:extLst>
          </p:cNvPr>
          <p:cNvSpPr txBox="1"/>
          <p:nvPr/>
        </p:nvSpPr>
        <p:spPr>
          <a:xfrm>
            <a:off x="8154391" y="4520540"/>
            <a:ext cx="3424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STAGES – Sémaphore – TOTAL = 20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73D3DA-FDCC-C74A-7C9B-685F25ACDD05}"/>
              </a:ext>
            </a:extLst>
          </p:cNvPr>
          <p:cNvSpPr txBox="1"/>
          <p:nvPr/>
        </p:nvSpPr>
        <p:spPr>
          <a:xfrm>
            <a:off x="7872413" y="1843088"/>
            <a:ext cx="29561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SPEC – “COURS” – TOTAL = 17</a:t>
            </a:r>
          </a:p>
        </p:txBody>
      </p:sp>
    </p:spTree>
    <p:extLst>
      <p:ext uri="{BB962C8B-B14F-4D97-AF65-F5344CB8AC3E}">
        <p14:creationId xmlns:p14="http://schemas.microsoft.com/office/powerpoint/2010/main" val="3950103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0CBEBCE2-FDE3-8B49-FE37-6FFC8AD24F6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0187752"/>
              </p:ext>
            </p:extLst>
          </p:nvPr>
        </p:nvGraphicFramePr>
        <p:xfrm>
          <a:off x="128587" y="1868487"/>
          <a:ext cx="11849103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567">
                  <a:extLst>
                    <a:ext uri="{9D8B030D-6E8A-4147-A177-3AD203B41FA5}">
                      <a16:colId xmlns:a16="http://schemas.microsoft.com/office/drawing/2014/main" val="4059797125"/>
                    </a:ext>
                  </a:extLst>
                </a:gridCol>
                <a:gridCol w="1316567">
                  <a:extLst>
                    <a:ext uri="{9D8B030D-6E8A-4147-A177-3AD203B41FA5}">
                      <a16:colId xmlns:a16="http://schemas.microsoft.com/office/drawing/2014/main" val="3886050130"/>
                    </a:ext>
                  </a:extLst>
                </a:gridCol>
                <a:gridCol w="1316567">
                  <a:extLst>
                    <a:ext uri="{9D8B030D-6E8A-4147-A177-3AD203B41FA5}">
                      <a16:colId xmlns:a16="http://schemas.microsoft.com/office/drawing/2014/main" val="1508651909"/>
                    </a:ext>
                  </a:extLst>
                </a:gridCol>
                <a:gridCol w="1316567">
                  <a:extLst>
                    <a:ext uri="{9D8B030D-6E8A-4147-A177-3AD203B41FA5}">
                      <a16:colId xmlns:a16="http://schemas.microsoft.com/office/drawing/2014/main" val="2062040089"/>
                    </a:ext>
                  </a:extLst>
                </a:gridCol>
                <a:gridCol w="1316567">
                  <a:extLst>
                    <a:ext uri="{9D8B030D-6E8A-4147-A177-3AD203B41FA5}">
                      <a16:colId xmlns:a16="http://schemas.microsoft.com/office/drawing/2014/main" val="2737023149"/>
                    </a:ext>
                  </a:extLst>
                </a:gridCol>
                <a:gridCol w="1316567">
                  <a:extLst>
                    <a:ext uri="{9D8B030D-6E8A-4147-A177-3AD203B41FA5}">
                      <a16:colId xmlns:a16="http://schemas.microsoft.com/office/drawing/2014/main" val="3887682633"/>
                    </a:ext>
                  </a:extLst>
                </a:gridCol>
                <a:gridCol w="1316567">
                  <a:extLst>
                    <a:ext uri="{9D8B030D-6E8A-4147-A177-3AD203B41FA5}">
                      <a16:colId xmlns:a16="http://schemas.microsoft.com/office/drawing/2014/main" val="5628773"/>
                    </a:ext>
                  </a:extLst>
                </a:gridCol>
                <a:gridCol w="1316567">
                  <a:extLst>
                    <a:ext uri="{9D8B030D-6E8A-4147-A177-3AD203B41FA5}">
                      <a16:colId xmlns:a16="http://schemas.microsoft.com/office/drawing/2014/main" val="1453961281"/>
                    </a:ext>
                  </a:extLst>
                </a:gridCol>
                <a:gridCol w="1316567">
                  <a:extLst>
                    <a:ext uri="{9D8B030D-6E8A-4147-A177-3AD203B41FA5}">
                      <a16:colId xmlns:a16="http://schemas.microsoft.com/office/drawing/2014/main" val="1068511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JANVIER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FÉVRIER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MARS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AVRIL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MAI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JUIN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JUILLET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AOÛT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SEPTEMBRE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5547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2607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881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CH" dirty="0"/>
                        <a:t>IJO MUSI (2)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dirty="0"/>
                        <a:t>IJO MUSI (10)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dirty="0"/>
                        <a:t>IJO MUSI (17)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IJO MUSI (7)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736768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AEDAF53-4A96-CF91-4D5D-7DD7B9C51327}"/>
              </a:ext>
            </a:extLst>
          </p:cNvPr>
          <p:cNvSpPr txBox="1"/>
          <p:nvPr/>
        </p:nvSpPr>
        <p:spPr>
          <a:xfrm>
            <a:off x="4857750" y="771526"/>
            <a:ext cx="3575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Total (stages déjà attrribués) = 132 ?</a:t>
            </a:r>
          </a:p>
        </p:txBody>
      </p:sp>
    </p:spTree>
    <p:extLst>
      <p:ext uri="{BB962C8B-B14F-4D97-AF65-F5344CB8AC3E}">
        <p14:creationId xmlns:p14="http://schemas.microsoft.com/office/powerpoint/2010/main" val="19472913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13497</TotalTime>
  <Words>821</Words>
  <Application>Microsoft Macintosh PowerPoint</Application>
  <PresentationFormat>Widescreen</PresentationFormat>
  <Paragraphs>196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Reprise kanban 28/01/26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Jeremias Kuehne</dc:creator>
  <cp:lastModifiedBy>Jeremias Kuehne</cp:lastModifiedBy>
  <cp:revision>20</cp:revision>
  <dcterms:created xsi:type="dcterms:W3CDTF">2025-12-05T11:33:13Z</dcterms:created>
  <dcterms:modified xsi:type="dcterms:W3CDTF">2026-01-28T11:59:03Z</dcterms:modified>
</cp:coreProperties>
</file>