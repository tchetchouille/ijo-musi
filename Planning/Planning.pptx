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CH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BB8F5"/>
    <a:srgbClr val="8A95D5"/>
    <a:srgbClr val="D584C9"/>
    <a:srgbClr val="F28DEA"/>
    <a:srgbClr val="D58283"/>
    <a:srgbClr val="D0A98A"/>
    <a:srgbClr val="B8CA76"/>
    <a:srgbClr val="ABCA98"/>
    <a:srgbClr val="628BAC"/>
    <a:srgbClr val="6C8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2"/>
    <p:restoredTop sz="96327"/>
  </p:normalViewPr>
  <p:slideViewPr>
    <p:cSldViewPr snapToGrid="0">
      <p:cViewPr>
        <p:scale>
          <a:sx n="121" d="100"/>
          <a:sy n="121" d="100"/>
        </p:scale>
        <p:origin x="144" y="-5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F6D74-7D2A-FE90-AF74-21224310EA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EE81C21-A859-0857-5525-6EFFD7AB604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638923-44AA-F034-2639-FF98DE0E3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CD0C4B-19C4-2695-90C5-BC2760E48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5A55E4-0F07-0C8A-2DD8-16596F0166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643829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5AF34-1A74-26AB-5D94-FCC3BA68A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210BFD-D4FF-9E48-0E86-3A5B2B4B75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99639-8435-8FF0-816F-F659EC3299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8427E3-6F8C-B7C8-076E-BC092761D4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D54032-C9F7-C610-23DA-73873E408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7499735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21B9D-EABC-FFDB-753D-0D1BAB23D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0C8C5A-D29B-DC8D-6FE0-B887BF64F6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A7B4CA-DC1D-B85E-25F9-5BC7ABEA0B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DF9F23-34AC-A2DD-7B94-735137225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89563-8778-124D-8207-325195648D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6797332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EB76D-4ABA-BCE2-7A49-BCDE77D6D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60FD6-F2FA-08B5-388D-3C02A5BC9DB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25F973-DC20-C87D-3DF5-44320A8D9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0E0781-972E-39D7-4130-060E32EF8E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99DAFD-37C2-E6DB-5812-F6DFCA135D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D396CA-1F1E-5F0F-6F1C-2AC0F326F2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544078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EBE9F-E237-8D24-FDC3-C7AA0DA3A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262828-B2A5-B896-25A9-344EE923F1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7E3C85-135A-DF8E-0692-1E776450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19161D1-AEC0-121A-C41B-3C739AAF86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9572129-8D00-C111-BD76-11FA1EFD835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1B66388-D4F7-D0A1-C92F-839B4AA0C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418DA-75CA-0F90-94F4-5B0E295681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AD05DE4-1150-1EAE-7BF3-7147C5CDB2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7531893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BED203-3036-9E68-9612-27792D9C93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981668-65B8-2915-71F7-CA2A5126C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49B5DE-24F7-A072-0BC7-7239C4B1CB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0233E39-AE1B-778D-B8E4-4471DD1C01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8751033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342DC3-8054-1F52-D699-C4BB61158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5FD0709-D3F2-36FE-A785-23AE88846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B25C09-9722-7AAA-449E-ED3C22CEC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5751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BA1266-A8C8-780E-CEA3-0C99FE320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184F6-EFDB-4C25-E7DC-4CF6CBE1F9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F6CA2C-BA5D-C52B-66C6-3A25926E03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BE24F1-B2DE-558C-DFE8-DD3698FD6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B279C98-37D2-ED2B-43FB-437D7823D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403E3-2BF9-CBEB-EC34-FA782236E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36422279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92E864-C0F2-2987-9D2C-93B0C92937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FFEF13A-45A9-0EBC-D451-2803CC76FC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DEA759-AD8B-7BC2-3AB3-6207F15C6D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9E60CC-6BE7-C031-C345-EE6D05E2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DA3D5F-DBEB-61B6-F646-C3C85245DD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0205-1033-E515-CE45-44FC8A567F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411634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A3E15-23B1-51EC-DF31-67930947B4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9B8443E-A0EA-62B2-F6A0-ACECFBFDB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453C37-1037-22EF-B5AD-973B0DD2A7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366C00-2E87-10BE-B974-8BE8908A22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7643E6-685A-5010-0CBD-B13FE0C2D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030754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F594182-47C6-ABD8-D65F-D23200B5FE0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E13A759-D7E8-86E5-BEB9-8D202FD24D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D24275-FA68-9B26-26CB-A374764102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29CB1-B9B9-6B35-DD16-65F1DFB1E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C14B5-B766-C21B-CF4B-4306DE86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41312450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248B091-0D3B-471B-805F-F6FDCFF609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363348-06FA-D07C-51A8-A485D8B14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28A16-FF10-2FDD-EC97-97F8E5B3A6A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B2F1D-2A3F-1D4E-839C-7A968445D62F}" type="datetimeFigureOut">
              <a:rPr lang="en-CH" smtClean="0"/>
              <a:t>05.12.2025</a:t>
            </a:fld>
            <a:endParaRPr lang="en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F880C6-D612-7FAB-3093-BF69647C2C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EA36BC-387C-97CC-512E-E23B782233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9A5881-292A-B14D-8950-F12A56F4DE8E}" type="slidenum">
              <a:rPr lang="en-CH" smtClean="0"/>
              <a:t>‹#›</a:t>
            </a:fld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3167307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H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98040F6-64D9-3587-50FD-40AA36936C1D}"/>
              </a:ext>
            </a:extLst>
          </p:cNvPr>
          <p:cNvSpPr txBox="1"/>
          <p:nvPr/>
        </p:nvSpPr>
        <p:spPr>
          <a:xfrm>
            <a:off x="729344" y="794657"/>
            <a:ext cx="5248124" cy="40934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H" sz="1000" dirty="0"/>
              <a:t>Mettre à jour GDD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Finir d’attribuer toutes les rooms (narrative data)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Attribuer mediums et scores aux infos dans les rooms du proto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les archives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Définir méthode de création/sélection données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Faire liste des décisions prises jusque-là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Finaliser décisions design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Finir tablette (pas bien, juste le faire !)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Écrire textes en toki pona (4)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Whiteboxing (11)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Waiting Room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Crafting Room (3)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Balcony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Waterfall (1)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Sacred Resting Place (1)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Stairs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Assets (13)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Waiting Room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Crafting Room (3)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Balcony (1)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Waterfall (3)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Sacred Resting Place (2)</a:t>
            </a:r>
          </a:p>
          <a:p>
            <a:pPr marL="742950" lvl="1" indent="-285750">
              <a:buFontTx/>
              <a:buChar char="-"/>
            </a:pPr>
            <a:r>
              <a:rPr lang="en-CH" sz="1000" dirty="0"/>
              <a:t>Stairs (2)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Lumière (1 j par pièce) (6)</a:t>
            </a:r>
          </a:p>
          <a:p>
            <a:pPr marL="285750" indent="-285750">
              <a:buFontTx/>
              <a:buChar char="-"/>
            </a:pPr>
            <a:endParaRPr lang="en-CH" sz="1000" dirty="0"/>
          </a:p>
          <a:p>
            <a:pPr marL="285750" indent="-285750">
              <a:buFontTx/>
              <a:buChar char="-"/>
            </a:pPr>
            <a:r>
              <a:rPr lang="en-CH" sz="1000" dirty="0"/>
              <a:t>42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E90324E-FB8C-E327-388F-152DDE83A97C}"/>
              </a:ext>
            </a:extLst>
          </p:cNvPr>
          <p:cNvSpPr txBox="1"/>
          <p:nvPr/>
        </p:nvSpPr>
        <p:spPr>
          <a:xfrm>
            <a:off x="6232678" y="879324"/>
            <a:ext cx="524812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CH" sz="1000" dirty="0"/>
              <a:t>Trouver et lire 2-3 articles recherche-création (se concentrer sur la forme et méthode) (1)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ludographie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Rassembler bibliographie (3)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Définir structure du rapport (0.5)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Écriture (5)</a:t>
            </a:r>
          </a:p>
          <a:p>
            <a:pPr marL="285750" indent="-285750">
              <a:buFontTx/>
              <a:buChar char="-"/>
            </a:pPr>
            <a:r>
              <a:rPr lang="en-CH" sz="1000" dirty="0"/>
              <a:t>Présentation (2)</a:t>
            </a:r>
          </a:p>
          <a:p>
            <a:pPr marL="285750" indent="-285750">
              <a:buFontTx/>
              <a:buChar char="-"/>
            </a:pPr>
            <a:endParaRPr lang="en-CH" sz="1000" dirty="0"/>
          </a:p>
          <a:p>
            <a:pPr marL="285750" indent="-285750">
              <a:buFontTx/>
              <a:buChar char="-"/>
            </a:pPr>
            <a:r>
              <a:rPr lang="en-CH" sz="1000" dirty="0"/>
              <a:t>12</a:t>
            </a:r>
          </a:p>
          <a:p>
            <a:pPr marL="742950" lvl="1" indent="-285750">
              <a:buFontTx/>
              <a:buChar char="-"/>
            </a:pPr>
            <a:endParaRPr lang="en-CH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53F70-274A-1BA1-74D9-0CBC450FD083}"/>
              </a:ext>
            </a:extLst>
          </p:cNvPr>
          <p:cNvSpPr txBox="1"/>
          <p:nvPr/>
        </p:nvSpPr>
        <p:spPr>
          <a:xfrm>
            <a:off x="688258" y="4984955"/>
            <a:ext cx="1241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-&gt; 14.02.26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C0A1126-F081-F602-6033-ECC9EE66398F}"/>
              </a:ext>
            </a:extLst>
          </p:cNvPr>
          <p:cNvSpPr txBox="1"/>
          <p:nvPr/>
        </p:nvSpPr>
        <p:spPr>
          <a:xfrm>
            <a:off x="6410632" y="2487561"/>
            <a:ext cx="52273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5 sem avant présentation -&gt; 2 sem avant présentation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0B300AF-61FC-3D7D-EFCE-23E62D88006F}"/>
              </a:ext>
            </a:extLst>
          </p:cNvPr>
          <p:cNvSpPr txBox="1"/>
          <p:nvPr/>
        </p:nvSpPr>
        <p:spPr>
          <a:xfrm>
            <a:off x="4524195" y="4727959"/>
            <a:ext cx="23338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Projet</a:t>
            </a:r>
          </a:p>
          <a:p>
            <a:r>
              <a:rPr lang="en-CH" dirty="0"/>
              <a:t>3 semaines osef quand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94111C-A185-9F71-5F37-6446F586296E}"/>
              </a:ext>
            </a:extLst>
          </p:cNvPr>
          <p:cNvSpPr txBox="1"/>
          <p:nvPr/>
        </p:nvSpPr>
        <p:spPr>
          <a:xfrm>
            <a:off x="7583721" y="4151925"/>
            <a:ext cx="245086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Stages</a:t>
            </a:r>
          </a:p>
          <a:p>
            <a:r>
              <a:rPr lang="en-CH" dirty="0"/>
              <a:t>10 semaines osef quand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6A8D47-29A7-2DD7-CC10-6AC3B1E34836}"/>
              </a:ext>
            </a:extLst>
          </p:cNvPr>
          <p:cNvSpPr txBox="1"/>
          <p:nvPr/>
        </p:nvSpPr>
        <p:spPr>
          <a:xfrm>
            <a:off x="627231" y="5542003"/>
            <a:ext cx="470853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Visu QUE SCATTERPLOT (avec cartes en dessous)</a:t>
            </a:r>
          </a:p>
          <a:p>
            <a:r>
              <a:rPr lang="en-CH" dirty="0"/>
              <a:t>3j osef quand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900A3F-BCA3-440D-FF9C-BBA71BF74218}"/>
              </a:ext>
            </a:extLst>
          </p:cNvPr>
          <p:cNvSpPr txBox="1"/>
          <p:nvPr/>
        </p:nvSpPr>
        <p:spPr>
          <a:xfrm>
            <a:off x="8227905" y="5266700"/>
            <a:ext cx="145539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H" dirty="0"/>
              <a:t>philo</a:t>
            </a:r>
          </a:p>
          <a:p>
            <a:r>
              <a:rPr lang="en-CH" dirty="0"/>
              <a:t>6j osef quand</a:t>
            </a:r>
          </a:p>
        </p:txBody>
      </p:sp>
    </p:spTree>
    <p:extLst>
      <p:ext uri="{BB962C8B-B14F-4D97-AF65-F5344CB8AC3E}">
        <p14:creationId xmlns:p14="http://schemas.microsoft.com/office/powerpoint/2010/main" val="2481975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241</Words>
  <Application>Microsoft Macintosh PowerPoint</Application>
  <PresentationFormat>Widescreen</PresentationFormat>
  <Paragraphs>44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Jeremias Kuehne</dc:creator>
  <cp:lastModifiedBy>Jeremias Kuehne</cp:lastModifiedBy>
  <cp:revision>13</cp:revision>
  <dcterms:created xsi:type="dcterms:W3CDTF">2025-12-05T11:33:13Z</dcterms:created>
  <dcterms:modified xsi:type="dcterms:W3CDTF">2025-12-05T15:41:04Z</dcterms:modified>
</cp:coreProperties>
</file>